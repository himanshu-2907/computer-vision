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  <p:sldMasterId id="2147483673" r:id="rId5"/>
  </p:sldMasterIdLst>
  <p:notesMasterIdLst>
    <p:notesMasterId r:id="rId19"/>
  </p:notesMasterIdLst>
  <p:sldIdLst>
    <p:sldId id="4862" r:id="rId6"/>
    <p:sldId id="4883" r:id="rId7"/>
    <p:sldId id="4882" r:id="rId8"/>
    <p:sldId id="4852" r:id="rId9"/>
    <p:sldId id="4884" r:id="rId10"/>
    <p:sldId id="4853" r:id="rId11"/>
    <p:sldId id="4855" r:id="rId12"/>
    <p:sldId id="4888" r:id="rId13"/>
    <p:sldId id="4887" r:id="rId14"/>
    <p:sldId id="4865" r:id="rId15"/>
    <p:sldId id="4854" r:id="rId16"/>
    <p:sldId id="4885" r:id="rId17"/>
    <p:sldId id="4886" r:id="rId18"/>
  </p:sldIdLst>
  <p:sldSz cx="12192000" cy="6858000"/>
  <p:notesSz cx="7315200" cy="9601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9D7BB"/>
    <a:srgbClr val="EDC9E1"/>
    <a:srgbClr val="BFCFEF"/>
    <a:srgbClr val="C7D5F1"/>
    <a:srgbClr val="C9D7EF"/>
    <a:srgbClr val="B0C5E8"/>
    <a:srgbClr val="FF9999"/>
    <a:srgbClr val="CF95C7"/>
    <a:srgbClr val="0FABF1"/>
    <a:srgbClr val="F9F68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799B23B-EC83-4686-B30A-512413B5E67A}" styleName="Light Style 3 –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–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–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505E3EF-67EA-436B-97B2-0124C06EBD24}" styleName="Medium Style 4 –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204" autoAdjust="0"/>
    <p:restoredTop sz="94660"/>
  </p:normalViewPr>
  <p:slideViewPr>
    <p:cSldViewPr snapToGrid="0">
      <p:cViewPr varScale="1">
        <p:scale>
          <a:sx n="82" d="100"/>
          <a:sy n="82" d="100"/>
        </p:scale>
        <p:origin x="71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tableStyles" Target="tableStyles.xml"/><Relationship Id="rId10" Type="http://schemas.openxmlformats.org/officeDocument/2006/relationships/slide" Target="slides/slide5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theme" Target="theme/theme1.xml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image" Target="../media/image9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image" Target="../media/image9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F84CD0F-0378-46DB-B642-AFF133A5C350}" type="doc">
      <dgm:prSet loTypeId="urn:microsoft.com/office/officeart/2005/8/layout/hProcess9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BEF42957-AA56-41C4-9CD5-DF756A4DCCC3}">
      <dgm:prSet phldrT="[Text]" phldr="0"/>
      <dgm:spPr>
        <a:solidFill>
          <a:srgbClr val="CF95C7"/>
        </a:solidFill>
      </dgm:spPr>
      <dgm:t>
        <a:bodyPr/>
        <a:lstStyle/>
        <a:p>
          <a:r>
            <a:rPr lang="en-US" dirty="0"/>
            <a:t>Capture video input and convert it into frames</a:t>
          </a:r>
          <a:endParaRPr lang="en-IN" dirty="0"/>
        </a:p>
      </dgm:t>
    </dgm:pt>
    <dgm:pt modelId="{1D79A1AD-753E-45CA-A964-6A26FBA79EFF}" type="parTrans" cxnId="{335220C7-7895-419A-B67E-5543E43E9C8C}">
      <dgm:prSet/>
      <dgm:spPr/>
      <dgm:t>
        <a:bodyPr/>
        <a:lstStyle/>
        <a:p>
          <a:endParaRPr lang="en-IN"/>
        </a:p>
      </dgm:t>
    </dgm:pt>
    <dgm:pt modelId="{6055A899-B93E-4DEC-9C3D-C7DFD23A8668}" type="sibTrans" cxnId="{335220C7-7895-419A-B67E-5543E43E9C8C}">
      <dgm:prSet/>
      <dgm:spPr/>
      <dgm:t>
        <a:bodyPr/>
        <a:lstStyle/>
        <a:p>
          <a:endParaRPr lang="en-IN"/>
        </a:p>
      </dgm:t>
    </dgm:pt>
    <dgm:pt modelId="{99C743A5-FD41-4DC4-AC5F-85C84BDC7C1C}">
      <dgm:prSet phldrT="[Text]" phldr="0"/>
      <dgm:spPr/>
      <dgm:t>
        <a:bodyPr/>
        <a:lstStyle/>
        <a:p>
          <a:r>
            <a:rPr lang="en-US" dirty="0"/>
            <a:t>Uses face &amp; eye detection (</a:t>
          </a:r>
          <a:r>
            <a:rPr lang="en-US" dirty="0" err="1"/>
            <a:t>MediaPipe</a:t>
          </a:r>
          <a:r>
            <a:rPr lang="en-US" dirty="0"/>
            <a:t>) to track fatigue</a:t>
          </a:r>
          <a:endParaRPr lang="en-IN" dirty="0"/>
        </a:p>
      </dgm:t>
    </dgm:pt>
    <dgm:pt modelId="{BD756271-43CF-4D3A-BD5C-8D7B130D26D3}" type="parTrans" cxnId="{D3E1D3EE-4D90-4002-82AF-F0BA5873392C}">
      <dgm:prSet/>
      <dgm:spPr/>
      <dgm:t>
        <a:bodyPr/>
        <a:lstStyle/>
        <a:p>
          <a:endParaRPr lang="en-IN"/>
        </a:p>
      </dgm:t>
    </dgm:pt>
    <dgm:pt modelId="{9345F1FF-635C-4051-9138-D80799449AA4}" type="sibTrans" cxnId="{D3E1D3EE-4D90-4002-82AF-F0BA5873392C}">
      <dgm:prSet/>
      <dgm:spPr/>
      <dgm:t>
        <a:bodyPr/>
        <a:lstStyle/>
        <a:p>
          <a:endParaRPr lang="en-IN"/>
        </a:p>
      </dgm:t>
    </dgm:pt>
    <dgm:pt modelId="{AE964C7E-F604-4A14-8835-73327987B853}">
      <dgm:prSet phldrT="[Text]" phldr="0"/>
      <dgm:spPr>
        <a:solidFill>
          <a:srgbClr val="CF95C7"/>
        </a:solidFill>
      </dgm:spPr>
      <dgm:t>
        <a:bodyPr/>
        <a:lstStyle/>
        <a:p>
          <a:r>
            <a:rPr lang="en-US" dirty="0"/>
            <a:t>Detects yawing and eye closure for drowsiness</a:t>
          </a:r>
          <a:endParaRPr lang="en-IN" dirty="0"/>
        </a:p>
      </dgm:t>
    </dgm:pt>
    <dgm:pt modelId="{B594F5D5-BDC7-497E-A6C8-B6FFA97D19C1}" type="parTrans" cxnId="{55B6165F-32E2-4CA6-8D34-09AD9496BDCF}">
      <dgm:prSet/>
      <dgm:spPr/>
      <dgm:t>
        <a:bodyPr/>
        <a:lstStyle/>
        <a:p>
          <a:endParaRPr lang="en-IN"/>
        </a:p>
      </dgm:t>
    </dgm:pt>
    <dgm:pt modelId="{30304C38-CFAE-45A9-9825-0F912CD4CCAA}" type="sibTrans" cxnId="{55B6165F-32E2-4CA6-8D34-09AD9496BDCF}">
      <dgm:prSet/>
      <dgm:spPr/>
      <dgm:t>
        <a:bodyPr/>
        <a:lstStyle/>
        <a:p>
          <a:endParaRPr lang="en-IN"/>
        </a:p>
      </dgm:t>
    </dgm:pt>
    <dgm:pt modelId="{2DF4D953-ED29-451B-97B3-7CF1041E031E}">
      <dgm:prSet/>
      <dgm:spPr/>
      <dgm:t>
        <a:bodyPr/>
        <a:lstStyle/>
        <a:p>
          <a:r>
            <a:rPr lang="en-US" dirty="0"/>
            <a:t>Uses YOLOv8 model to detect phone usage</a:t>
          </a:r>
          <a:endParaRPr lang="en-IN" dirty="0"/>
        </a:p>
      </dgm:t>
    </dgm:pt>
    <dgm:pt modelId="{80B169BE-B7B9-450D-9D0A-CBD9015B2FEC}" type="parTrans" cxnId="{709AF28C-0284-42AD-B332-36225D456A19}">
      <dgm:prSet/>
      <dgm:spPr/>
      <dgm:t>
        <a:bodyPr/>
        <a:lstStyle/>
        <a:p>
          <a:endParaRPr lang="en-IN"/>
        </a:p>
      </dgm:t>
    </dgm:pt>
    <dgm:pt modelId="{C3F6EA50-5398-483A-9FBA-4EEFFC9C6314}" type="sibTrans" cxnId="{709AF28C-0284-42AD-B332-36225D456A19}">
      <dgm:prSet/>
      <dgm:spPr/>
      <dgm:t>
        <a:bodyPr/>
        <a:lstStyle/>
        <a:p>
          <a:endParaRPr lang="en-IN"/>
        </a:p>
      </dgm:t>
    </dgm:pt>
    <dgm:pt modelId="{AD51018E-9A5C-4A86-A720-61BD2BB7E4D9}">
      <dgm:prSet/>
      <dgm:spPr>
        <a:solidFill>
          <a:srgbClr val="CF95C7"/>
        </a:solidFill>
      </dgm:spPr>
      <dgm:t>
        <a:bodyPr/>
        <a:lstStyle/>
        <a:p>
          <a:r>
            <a:rPr lang="en-US" dirty="0"/>
            <a:t>Combines all detections in single pipeline </a:t>
          </a:r>
          <a:endParaRPr lang="en-IN" dirty="0"/>
        </a:p>
      </dgm:t>
    </dgm:pt>
    <dgm:pt modelId="{D2E20DEF-F0A6-41C8-B0A1-EB805FB47E63}" type="parTrans" cxnId="{9E3D1564-D55E-4CD0-8882-599C96C27B66}">
      <dgm:prSet/>
      <dgm:spPr/>
      <dgm:t>
        <a:bodyPr/>
        <a:lstStyle/>
        <a:p>
          <a:endParaRPr lang="en-IN"/>
        </a:p>
      </dgm:t>
    </dgm:pt>
    <dgm:pt modelId="{8D1D80C9-D0D9-4629-946E-2323BC8E1264}" type="sibTrans" cxnId="{9E3D1564-D55E-4CD0-8882-599C96C27B66}">
      <dgm:prSet/>
      <dgm:spPr/>
      <dgm:t>
        <a:bodyPr/>
        <a:lstStyle/>
        <a:p>
          <a:endParaRPr lang="en-IN"/>
        </a:p>
      </dgm:t>
    </dgm:pt>
    <dgm:pt modelId="{F6932AFE-5A61-4257-AA52-EE48E383685C}">
      <dgm:prSet/>
      <dgm:spPr/>
      <dgm:t>
        <a:bodyPr/>
        <a:lstStyle/>
        <a:p>
          <a:r>
            <a:rPr lang="en-US" dirty="0"/>
            <a:t>Generates real-time alerts on screen (HUD </a:t>
          </a:r>
          <a:r>
            <a:rPr lang="en-US" dirty="0" err="1"/>
            <a:t>warings</a:t>
          </a:r>
          <a:r>
            <a:rPr lang="en-US" dirty="0"/>
            <a:t>)</a:t>
          </a:r>
          <a:endParaRPr lang="en-IN" dirty="0"/>
        </a:p>
      </dgm:t>
    </dgm:pt>
    <dgm:pt modelId="{C39DC73A-1630-4009-9496-4F853EEBBC27}" type="parTrans" cxnId="{F7188B55-635C-4E9B-8FCA-67D2CBB8E6C0}">
      <dgm:prSet/>
      <dgm:spPr/>
      <dgm:t>
        <a:bodyPr/>
        <a:lstStyle/>
        <a:p>
          <a:endParaRPr lang="en-IN"/>
        </a:p>
      </dgm:t>
    </dgm:pt>
    <dgm:pt modelId="{B2331159-F1D7-4281-8E9E-ACE714EB0461}" type="sibTrans" cxnId="{F7188B55-635C-4E9B-8FCA-67D2CBB8E6C0}">
      <dgm:prSet/>
      <dgm:spPr/>
      <dgm:t>
        <a:bodyPr/>
        <a:lstStyle/>
        <a:p>
          <a:endParaRPr lang="en-IN"/>
        </a:p>
      </dgm:t>
    </dgm:pt>
    <dgm:pt modelId="{B33756DD-AA85-4511-B594-62A1B3A3C92F}" type="pres">
      <dgm:prSet presAssocID="{FF84CD0F-0378-46DB-B642-AFF133A5C350}" presName="CompostProcess" presStyleCnt="0">
        <dgm:presLayoutVars>
          <dgm:dir/>
          <dgm:resizeHandles val="exact"/>
        </dgm:presLayoutVars>
      </dgm:prSet>
      <dgm:spPr/>
    </dgm:pt>
    <dgm:pt modelId="{3AAEEF14-7CF0-4E19-A01D-BADA32473945}" type="pres">
      <dgm:prSet presAssocID="{FF84CD0F-0378-46DB-B642-AFF133A5C350}" presName="arrow" presStyleLbl="bgShp" presStyleIdx="0" presStyleCnt="1"/>
      <dgm:spPr/>
    </dgm:pt>
    <dgm:pt modelId="{36FD5624-D7AB-4CA3-9C4B-5E86B64AA086}" type="pres">
      <dgm:prSet presAssocID="{FF84CD0F-0378-46DB-B642-AFF133A5C350}" presName="linearProcess" presStyleCnt="0"/>
      <dgm:spPr/>
    </dgm:pt>
    <dgm:pt modelId="{77BB1C57-53F4-4C78-B6CB-A5D07B541F61}" type="pres">
      <dgm:prSet presAssocID="{BEF42957-AA56-41C4-9CD5-DF756A4DCCC3}" presName="textNode" presStyleLbl="node1" presStyleIdx="0" presStyleCnt="6" custScaleY="130623">
        <dgm:presLayoutVars>
          <dgm:bulletEnabled val="1"/>
        </dgm:presLayoutVars>
      </dgm:prSet>
      <dgm:spPr/>
    </dgm:pt>
    <dgm:pt modelId="{606E7A9E-BA0F-4487-8849-D3E6B01E1BFD}" type="pres">
      <dgm:prSet presAssocID="{6055A899-B93E-4DEC-9C3D-C7DFD23A8668}" presName="sibTrans" presStyleCnt="0"/>
      <dgm:spPr/>
    </dgm:pt>
    <dgm:pt modelId="{B312B719-44F2-4E52-B652-EBCC590F4D97}" type="pres">
      <dgm:prSet presAssocID="{99C743A5-FD41-4DC4-AC5F-85C84BDC7C1C}" presName="textNode" presStyleLbl="node1" presStyleIdx="1" presStyleCnt="6" custScaleY="128743">
        <dgm:presLayoutVars>
          <dgm:bulletEnabled val="1"/>
        </dgm:presLayoutVars>
      </dgm:prSet>
      <dgm:spPr/>
    </dgm:pt>
    <dgm:pt modelId="{5B646727-D86F-4D97-9435-39905EB7D7C0}" type="pres">
      <dgm:prSet presAssocID="{9345F1FF-635C-4051-9138-D80799449AA4}" presName="sibTrans" presStyleCnt="0"/>
      <dgm:spPr/>
    </dgm:pt>
    <dgm:pt modelId="{CEE41882-187E-4CE6-B869-D1FADB179CF5}" type="pres">
      <dgm:prSet presAssocID="{AE964C7E-F604-4A14-8835-73327987B853}" presName="textNode" presStyleLbl="node1" presStyleIdx="2" presStyleCnt="6" custScaleY="123104">
        <dgm:presLayoutVars>
          <dgm:bulletEnabled val="1"/>
        </dgm:presLayoutVars>
      </dgm:prSet>
      <dgm:spPr/>
    </dgm:pt>
    <dgm:pt modelId="{CD952AB3-8867-411E-AB6B-6C3D994C2584}" type="pres">
      <dgm:prSet presAssocID="{30304C38-CFAE-45A9-9825-0F912CD4CCAA}" presName="sibTrans" presStyleCnt="0"/>
      <dgm:spPr/>
    </dgm:pt>
    <dgm:pt modelId="{903444CD-9113-459E-93E1-4229B6DE83E1}" type="pres">
      <dgm:prSet presAssocID="{2DF4D953-ED29-451B-97B3-7CF1041E031E}" presName="textNode" presStyleLbl="node1" presStyleIdx="3" presStyleCnt="6" custScaleY="124984">
        <dgm:presLayoutVars>
          <dgm:bulletEnabled val="1"/>
        </dgm:presLayoutVars>
      </dgm:prSet>
      <dgm:spPr/>
    </dgm:pt>
    <dgm:pt modelId="{F02E4DB5-EA00-4FCC-9BB1-CBE04649CEBB}" type="pres">
      <dgm:prSet presAssocID="{C3F6EA50-5398-483A-9FBA-4EEFFC9C6314}" presName="sibTrans" presStyleCnt="0"/>
      <dgm:spPr/>
    </dgm:pt>
    <dgm:pt modelId="{68B97BAB-4461-4A40-97E3-0F58287D8CBF}" type="pres">
      <dgm:prSet presAssocID="{AD51018E-9A5C-4A86-A720-61BD2BB7E4D9}" presName="textNode" presStyleLbl="node1" presStyleIdx="4" presStyleCnt="6" custScaleY="125924">
        <dgm:presLayoutVars>
          <dgm:bulletEnabled val="1"/>
        </dgm:presLayoutVars>
      </dgm:prSet>
      <dgm:spPr/>
    </dgm:pt>
    <dgm:pt modelId="{B322C2C3-25AB-43F8-B197-92D73897DCDA}" type="pres">
      <dgm:prSet presAssocID="{8D1D80C9-D0D9-4629-946E-2323BC8E1264}" presName="sibTrans" presStyleCnt="0"/>
      <dgm:spPr/>
    </dgm:pt>
    <dgm:pt modelId="{9A757A00-3B42-4494-B389-6A751F890BD7}" type="pres">
      <dgm:prSet presAssocID="{F6932AFE-5A61-4257-AA52-EE48E383685C}" presName="textNode" presStyleLbl="node1" presStyleIdx="5" presStyleCnt="6" custScaleY="123104">
        <dgm:presLayoutVars>
          <dgm:bulletEnabled val="1"/>
        </dgm:presLayoutVars>
      </dgm:prSet>
      <dgm:spPr/>
    </dgm:pt>
  </dgm:ptLst>
  <dgm:cxnLst>
    <dgm:cxn modelId="{A370BD03-12AA-4671-B88D-BD18DC928C65}" type="presOf" srcId="{2DF4D953-ED29-451B-97B3-7CF1041E031E}" destId="{903444CD-9113-459E-93E1-4229B6DE83E1}" srcOrd="0" destOrd="0" presId="urn:microsoft.com/office/officeart/2005/8/layout/hProcess9"/>
    <dgm:cxn modelId="{55B6165F-32E2-4CA6-8D34-09AD9496BDCF}" srcId="{FF84CD0F-0378-46DB-B642-AFF133A5C350}" destId="{AE964C7E-F604-4A14-8835-73327987B853}" srcOrd="2" destOrd="0" parTransId="{B594F5D5-BDC7-497E-A6C8-B6FFA97D19C1}" sibTransId="{30304C38-CFAE-45A9-9825-0F912CD4CCAA}"/>
    <dgm:cxn modelId="{9E3D1564-D55E-4CD0-8882-599C96C27B66}" srcId="{FF84CD0F-0378-46DB-B642-AFF133A5C350}" destId="{AD51018E-9A5C-4A86-A720-61BD2BB7E4D9}" srcOrd="4" destOrd="0" parTransId="{D2E20DEF-F0A6-41C8-B0A1-EB805FB47E63}" sibTransId="{8D1D80C9-D0D9-4629-946E-2323BC8E1264}"/>
    <dgm:cxn modelId="{DF537B65-7950-48C6-A2BA-36B1D8DA71E4}" type="presOf" srcId="{FF84CD0F-0378-46DB-B642-AFF133A5C350}" destId="{B33756DD-AA85-4511-B594-62A1B3A3C92F}" srcOrd="0" destOrd="0" presId="urn:microsoft.com/office/officeart/2005/8/layout/hProcess9"/>
    <dgm:cxn modelId="{F7188B55-635C-4E9B-8FCA-67D2CBB8E6C0}" srcId="{FF84CD0F-0378-46DB-B642-AFF133A5C350}" destId="{F6932AFE-5A61-4257-AA52-EE48E383685C}" srcOrd="5" destOrd="0" parTransId="{C39DC73A-1630-4009-9496-4F853EEBBC27}" sibTransId="{B2331159-F1D7-4281-8E9E-ACE714EB0461}"/>
    <dgm:cxn modelId="{709AF28C-0284-42AD-B332-36225D456A19}" srcId="{FF84CD0F-0378-46DB-B642-AFF133A5C350}" destId="{2DF4D953-ED29-451B-97B3-7CF1041E031E}" srcOrd="3" destOrd="0" parTransId="{80B169BE-B7B9-450D-9D0A-CBD9015B2FEC}" sibTransId="{C3F6EA50-5398-483A-9FBA-4EEFFC9C6314}"/>
    <dgm:cxn modelId="{4C1ABFB5-B6F3-452D-8F46-5464F0FC0AB6}" type="presOf" srcId="{F6932AFE-5A61-4257-AA52-EE48E383685C}" destId="{9A757A00-3B42-4494-B389-6A751F890BD7}" srcOrd="0" destOrd="0" presId="urn:microsoft.com/office/officeart/2005/8/layout/hProcess9"/>
    <dgm:cxn modelId="{335220C7-7895-419A-B67E-5543E43E9C8C}" srcId="{FF84CD0F-0378-46DB-B642-AFF133A5C350}" destId="{BEF42957-AA56-41C4-9CD5-DF756A4DCCC3}" srcOrd="0" destOrd="0" parTransId="{1D79A1AD-753E-45CA-A964-6A26FBA79EFF}" sibTransId="{6055A899-B93E-4DEC-9C3D-C7DFD23A8668}"/>
    <dgm:cxn modelId="{C0F054D9-55CE-4ED1-9B68-07A2CD653D5D}" type="presOf" srcId="{BEF42957-AA56-41C4-9CD5-DF756A4DCCC3}" destId="{77BB1C57-53F4-4C78-B6CB-A5D07B541F61}" srcOrd="0" destOrd="0" presId="urn:microsoft.com/office/officeart/2005/8/layout/hProcess9"/>
    <dgm:cxn modelId="{D3E1D3EE-4D90-4002-82AF-F0BA5873392C}" srcId="{FF84CD0F-0378-46DB-B642-AFF133A5C350}" destId="{99C743A5-FD41-4DC4-AC5F-85C84BDC7C1C}" srcOrd="1" destOrd="0" parTransId="{BD756271-43CF-4D3A-BD5C-8D7B130D26D3}" sibTransId="{9345F1FF-635C-4051-9138-D80799449AA4}"/>
    <dgm:cxn modelId="{3FD28DFD-EE39-4750-8713-755A82823EF8}" type="presOf" srcId="{AE964C7E-F604-4A14-8835-73327987B853}" destId="{CEE41882-187E-4CE6-B869-D1FADB179CF5}" srcOrd="0" destOrd="0" presId="urn:microsoft.com/office/officeart/2005/8/layout/hProcess9"/>
    <dgm:cxn modelId="{AEC1ABFE-666C-4D3B-A90E-BA2F4A99424B}" type="presOf" srcId="{99C743A5-FD41-4DC4-AC5F-85C84BDC7C1C}" destId="{B312B719-44F2-4E52-B652-EBCC590F4D97}" srcOrd="0" destOrd="0" presId="urn:microsoft.com/office/officeart/2005/8/layout/hProcess9"/>
    <dgm:cxn modelId="{CBE986FF-303D-47B5-B1C0-E6235DF03934}" type="presOf" srcId="{AD51018E-9A5C-4A86-A720-61BD2BB7E4D9}" destId="{68B97BAB-4461-4A40-97E3-0F58287D8CBF}" srcOrd="0" destOrd="0" presId="urn:microsoft.com/office/officeart/2005/8/layout/hProcess9"/>
    <dgm:cxn modelId="{F4F26A56-18D2-4359-95DF-9A12C3C27FB8}" type="presParOf" srcId="{B33756DD-AA85-4511-B594-62A1B3A3C92F}" destId="{3AAEEF14-7CF0-4E19-A01D-BADA32473945}" srcOrd="0" destOrd="0" presId="urn:microsoft.com/office/officeart/2005/8/layout/hProcess9"/>
    <dgm:cxn modelId="{FF386F4F-2283-43E2-94AA-A581AF8FD17B}" type="presParOf" srcId="{B33756DD-AA85-4511-B594-62A1B3A3C92F}" destId="{36FD5624-D7AB-4CA3-9C4B-5E86B64AA086}" srcOrd="1" destOrd="0" presId="urn:microsoft.com/office/officeart/2005/8/layout/hProcess9"/>
    <dgm:cxn modelId="{760C9330-1DA8-4534-BE25-D37F31BDB5D2}" type="presParOf" srcId="{36FD5624-D7AB-4CA3-9C4B-5E86B64AA086}" destId="{77BB1C57-53F4-4C78-B6CB-A5D07B541F61}" srcOrd="0" destOrd="0" presId="urn:microsoft.com/office/officeart/2005/8/layout/hProcess9"/>
    <dgm:cxn modelId="{5919FBBF-939E-4620-BCCF-FFE3F0A91B77}" type="presParOf" srcId="{36FD5624-D7AB-4CA3-9C4B-5E86B64AA086}" destId="{606E7A9E-BA0F-4487-8849-D3E6B01E1BFD}" srcOrd="1" destOrd="0" presId="urn:microsoft.com/office/officeart/2005/8/layout/hProcess9"/>
    <dgm:cxn modelId="{790B8F46-E6DE-4E54-A693-E87420DC0C1F}" type="presParOf" srcId="{36FD5624-D7AB-4CA3-9C4B-5E86B64AA086}" destId="{B312B719-44F2-4E52-B652-EBCC590F4D97}" srcOrd="2" destOrd="0" presId="urn:microsoft.com/office/officeart/2005/8/layout/hProcess9"/>
    <dgm:cxn modelId="{10EA1AD3-3FA0-418A-98AF-849CAE83C0F9}" type="presParOf" srcId="{36FD5624-D7AB-4CA3-9C4B-5E86B64AA086}" destId="{5B646727-D86F-4D97-9435-39905EB7D7C0}" srcOrd="3" destOrd="0" presId="urn:microsoft.com/office/officeart/2005/8/layout/hProcess9"/>
    <dgm:cxn modelId="{BD6FA912-CBDC-41BD-AF10-00ACE2841E95}" type="presParOf" srcId="{36FD5624-D7AB-4CA3-9C4B-5E86B64AA086}" destId="{CEE41882-187E-4CE6-B869-D1FADB179CF5}" srcOrd="4" destOrd="0" presId="urn:microsoft.com/office/officeart/2005/8/layout/hProcess9"/>
    <dgm:cxn modelId="{1102F798-3DBC-4632-92C4-D8F3B5B04A05}" type="presParOf" srcId="{36FD5624-D7AB-4CA3-9C4B-5E86B64AA086}" destId="{CD952AB3-8867-411E-AB6B-6C3D994C2584}" srcOrd="5" destOrd="0" presId="urn:microsoft.com/office/officeart/2005/8/layout/hProcess9"/>
    <dgm:cxn modelId="{DC7EA747-A45A-4EDA-BFE8-11679EACD8A9}" type="presParOf" srcId="{36FD5624-D7AB-4CA3-9C4B-5E86B64AA086}" destId="{903444CD-9113-459E-93E1-4229B6DE83E1}" srcOrd="6" destOrd="0" presId="urn:microsoft.com/office/officeart/2005/8/layout/hProcess9"/>
    <dgm:cxn modelId="{DE33F7A2-5F80-43EE-BDF0-740331580E9C}" type="presParOf" srcId="{36FD5624-D7AB-4CA3-9C4B-5E86B64AA086}" destId="{F02E4DB5-EA00-4FCC-9BB1-CBE04649CEBB}" srcOrd="7" destOrd="0" presId="urn:microsoft.com/office/officeart/2005/8/layout/hProcess9"/>
    <dgm:cxn modelId="{13DAF399-DEBD-479D-B590-82F8D5231FA6}" type="presParOf" srcId="{36FD5624-D7AB-4CA3-9C4B-5E86B64AA086}" destId="{68B97BAB-4461-4A40-97E3-0F58287D8CBF}" srcOrd="8" destOrd="0" presId="urn:microsoft.com/office/officeart/2005/8/layout/hProcess9"/>
    <dgm:cxn modelId="{414BD2D3-3E1E-4B8E-84EE-057E946E5316}" type="presParOf" srcId="{36FD5624-D7AB-4CA3-9C4B-5E86B64AA086}" destId="{B322C2C3-25AB-43F8-B197-92D73897DCDA}" srcOrd="9" destOrd="0" presId="urn:microsoft.com/office/officeart/2005/8/layout/hProcess9"/>
    <dgm:cxn modelId="{8C8C166B-FB99-43A0-B67B-368690F20361}" type="presParOf" srcId="{36FD5624-D7AB-4CA3-9C4B-5E86B64AA086}" destId="{9A757A00-3B42-4494-B389-6A751F890BD7}" srcOrd="10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A795B39-13F3-4628-A828-6B3F47E13733}" type="doc">
      <dgm:prSet loTypeId="urn:microsoft.com/office/officeart/2005/8/layout/process3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2DE59712-BE18-42F0-B224-9715E8783B45}">
      <dgm:prSet phldrT="[Text]" phldr="0"/>
      <dgm:spPr/>
      <dgm:t>
        <a:bodyPr/>
        <a:lstStyle/>
        <a:p>
          <a:r>
            <a:rPr lang="en-US" dirty="0"/>
            <a:t>Input Capture</a:t>
          </a:r>
          <a:endParaRPr lang="en-IN" dirty="0"/>
        </a:p>
      </dgm:t>
    </dgm:pt>
    <dgm:pt modelId="{B838DD5A-219D-42D1-A821-21125D9F76FC}" type="parTrans" cxnId="{8947C7B5-065D-4907-8E9D-46A06F2DED87}">
      <dgm:prSet/>
      <dgm:spPr/>
      <dgm:t>
        <a:bodyPr/>
        <a:lstStyle/>
        <a:p>
          <a:endParaRPr lang="en-IN"/>
        </a:p>
      </dgm:t>
    </dgm:pt>
    <dgm:pt modelId="{9E499FD3-F927-4129-9834-F69162E34443}" type="sibTrans" cxnId="{8947C7B5-065D-4907-8E9D-46A06F2DED87}">
      <dgm:prSet/>
      <dgm:spPr/>
      <dgm:t>
        <a:bodyPr/>
        <a:lstStyle/>
        <a:p>
          <a:endParaRPr lang="en-IN"/>
        </a:p>
      </dgm:t>
    </dgm:pt>
    <dgm:pt modelId="{FF75AAD5-6E65-4D18-8F46-BFA9B2EB966F}">
      <dgm:prSet phldrT="[Text]" phldr="0"/>
      <dgm:spPr/>
      <dgm:t>
        <a:bodyPr/>
        <a:lstStyle/>
        <a:p>
          <a:r>
            <a:rPr lang="en-US" dirty="0"/>
            <a:t>Camera capture real-time video of the driver.</a:t>
          </a:r>
          <a:endParaRPr lang="en-IN" dirty="0"/>
        </a:p>
      </dgm:t>
    </dgm:pt>
    <dgm:pt modelId="{E0994BF6-F341-4868-9E19-91E7C8A95B3A}" type="parTrans" cxnId="{4362087E-AD68-4DA3-97E1-C41A12F400B1}">
      <dgm:prSet/>
      <dgm:spPr/>
      <dgm:t>
        <a:bodyPr/>
        <a:lstStyle/>
        <a:p>
          <a:endParaRPr lang="en-IN"/>
        </a:p>
      </dgm:t>
    </dgm:pt>
    <dgm:pt modelId="{C3F6DAE1-85A4-402D-9420-40D0D4F0C712}" type="sibTrans" cxnId="{4362087E-AD68-4DA3-97E1-C41A12F400B1}">
      <dgm:prSet/>
      <dgm:spPr/>
      <dgm:t>
        <a:bodyPr/>
        <a:lstStyle/>
        <a:p>
          <a:endParaRPr lang="en-IN"/>
        </a:p>
      </dgm:t>
    </dgm:pt>
    <dgm:pt modelId="{5922078F-930F-42A2-83B1-C83D5722B2FA}">
      <dgm:prSet phldrT="[Text]" phldr="0"/>
      <dgm:spPr/>
      <dgm:t>
        <a:bodyPr/>
        <a:lstStyle/>
        <a:p>
          <a:r>
            <a:rPr lang="en-US" dirty="0"/>
            <a:t>Face &amp; Landmark Detection</a:t>
          </a:r>
          <a:endParaRPr lang="en-IN" dirty="0"/>
        </a:p>
      </dgm:t>
    </dgm:pt>
    <dgm:pt modelId="{8DC50421-B02A-423E-88DC-7B0B1A182A24}" type="parTrans" cxnId="{72B27813-CA11-4A7C-9AC7-E4AAB7446514}">
      <dgm:prSet/>
      <dgm:spPr/>
      <dgm:t>
        <a:bodyPr/>
        <a:lstStyle/>
        <a:p>
          <a:endParaRPr lang="en-IN"/>
        </a:p>
      </dgm:t>
    </dgm:pt>
    <dgm:pt modelId="{0001FD31-2570-4FCD-88E9-AE47A42FA0D3}" type="sibTrans" cxnId="{72B27813-CA11-4A7C-9AC7-E4AAB7446514}">
      <dgm:prSet/>
      <dgm:spPr/>
      <dgm:t>
        <a:bodyPr/>
        <a:lstStyle/>
        <a:p>
          <a:endParaRPr lang="en-IN"/>
        </a:p>
      </dgm:t>
    </dgm:pt>
    <dgm:pt modelId="{CF686959-D07B-4F3E-90DF-A018BCD4CCA5}">
      <dgm:prSet phldrT="[Text]" phldr="0"/>
      <dgm:spPr/>
      <dgm:t>
        <a:bodyPr/>
        <a:lstStyle/>
        <a:p>
          <a:r>
            <a:rPr lang="en-US" dirty="0"/>
            <a:t>Detect </a:t>
          </a:r>
          <a:r>
            <a:rPr lang="en-US" dirty="0" err="1"/>
            <a:t>face,eyes</a:t>
          </a:r>
          <a:r>
            <a:rPr lang="en-US" dirty="0"/>
            <a:t>, and mouth points</a:t>
          </a:r>
          <a:endParaRPr lang="en-IN" dirty="0"/>
        </a:p>
      </dgm:t>
    </dgm:pt>
    <dgm:pt modelId="{31537785-C34B-4E1C-A4BC-23046E2A358D}" type="parTrans" cxnId="{83D468D6-830E-4BE9-A100-ADA6EE909A97}">
      <dgm:prSet/>
      <dgm:spPr/>
      <dgm:t>
        <a:bodyPr/>
        <a:lstStyle/>
        <a:p>
          <a:endParaRPr lang="en-IN"/>
        </a:p>
      </dgm:t>
    </dgm:pt>
    <dgm:pt modelId="{2538133B-37CF-4818-9E2E-9229E98E5CEC}" type="sibTrans" cxnId="{83D468D6-830E-4BE9-A100-ADA6EE909A97}">
      <dgm:prSet/>
      <dgm:spPr/>
      <dgm:t>
        <a:bodyPr/>
        <a:lstStyle/>
        <a:p>
          <a:endParaRPr lang="en-IN"/>
        </a:p>
      </dgm:t>
    </dgm:pt>
    <dgm:pt modelId="{BCD831DB-1AAF-4252-A923-58A2962111A9}">
      <dgm:prSet phldrT="[Text]" phldr="0"/>
      <dgm:spPr/>
      <dgm:t>
        <a:bodyPr/>
        <a:lstStyle/>
        <a:p>
          <a:r>
            <a:rPr lang="en-US" dirty="0"/>
            <a:t>Feature Extraction</a:t>
          </a:r>
          <a:endParaRPr lang="en-IN" dirty="0"/>
        </a:p>
      </dgm:t>
    </dgm:pt>
    <dgm:pt modelId="{9CF6C696-4035-43EC-B30A-DA2815720C18}" type="parTrans" cxnId="{6E9626BD-6460-4DB6-A8CC-7942E45AF953}">
      <dgm:prSet/>
      <dgm:spPr/>
      <dgm:t>
        <a:bodyPr/>
        <a:lstStyle/>
        <a:p>
          <a:endParaRPr lang="en-IN"/>
        </a:p>
      </dgm:t>
    </dgm:pt>
    <dgm:pt modelId="{12E6166A-04A1-4BE2-BDAA-6C460A766835}" type="sibTrans" cxnId="{6E9626BD-6460-4DB6-A8CC-7942E45AF953}">
      <dgm:prSet/>
      <dgm:spPr/>
      <dgm:t>
        <a:bodyPr/>
        <a:lstStyle/>
        <a:p>
          <a:endParaRPr lang="en-IN"/>
        </a:p>
      </dgm:t>
    </dgm:pt>
    <dgm:pt modelId="{4D70AB30-8201-4309-AB86-78178C97E0F3}">
      <dgm:prSet phldrT="[Text]" phldr="0"/>
      <dgm:spPr/>
      <dgm:t>
        <a:bodyPr/>
        <a:lstStyle/>
        <a:p>
          <a:r>
            <a:rPr lang="en-US" dirty="0"/>
            <a:t>Eye closure (EAR)</a:t>
          </a:r>
          <a:endParaRPr lang="en-IN" dirty="0"/>
        </a:p>
      </dgm:t>
    </dgm:pt>
    <dgm:pt modelId="{8106A715-7A3E-4ECB-A2C2-796D454D80BD}" type="parTrans" cxnId="{494612DB-75AF-4483-B328-8332537A11FA}">
      <dgm:prSet/>
      <dgm:spPr/>
      <dgm:t>
        <a:bodyPr/>
        <a:lstStyle/>
        <a:p>
          <a:endParaRPr lang="en-IN"/>
        </a:p>
      </dgm:t>
    </dgm:pt>
    <dgm:pt modelId="{59DC4152-CF88-4157-A745-E00206534B8A}" type="sibTrans" cxnId="{494612DB-75AF-4483-B328-8332537A11FA}">
      <dgm:prSet/>
      <dgm:spPr/>
      <dgm:t>
        <a:bodyPr/>
        <a:lstStyle/>
        <a:p>
          <a:endParaRPr lang="en-IN"/>
        </a:p>
      </dgm:t>
    </dgm:pt>
    <dgm:pt modelId="{59DF47F4-EE72-4E80-BE1C-19F3501BAF7D}">
      <dgm:prSet phldrT="[Text]" phldr="0"/>
      <dgm:spPr/>
      <dgm:t>
        <a:bodyPr/>
        <a:lstStyle/>
        <a:p>
          <a:r>
            <a:rPr lang="en-US" dirty="0"/>
            <a:t>Yawing (MAR)</a:t>
          </a:r>
          <a:endParaRPr lang="en-IN" dirty="0"/>
        </a:p>
      </dgm:t>
    </dgm:pt>
    <dgm:pt modelId="{2CFAC77A-0CEF-4CB8-8141-08D17A2551C4}" type="parTrans" cxnId="{41AC7EC9-06B4-4A3C-912D-1B6FB1767994}">
      <dgm:prSet/>
      <dgm:spPr/>
      <dgm:t>
        <a:bodyPr/>
        <a:lstStyle/>
        <a:p>
          <a:endParaRPr lang="en-IN"/>
        </a:p>
      </dgm:t>
    </dgm:pt>
    <dgm:pt modelId="{68C5F5B7-A38D-491D-A683-BE1B2F45CBD6}" type="sibTrans" cxnId="{41AC7EC9-06B4-4A3C-912D-1B6FB1767994}">
      <dgm:prSet/>
      <dgm:spPr/>
      <dgm:t>
        <a:bodyPr/>
        <a:lstStyle/>
        <a:p>
          <a:endParaRPr lang="en-IN"/>
        </a:p>
      </dgm:t>
    </dgm:pt>
    <dgm:pt modelId="{96369CD6-1677-45EC-8FE4-EAEFCA7C6C05}">
      <dgm:prSet phldrT="[Text]" phldr="0"/>
      <dgm:spPr/>
      <dgm:t>
        <a:bodyPr/>
        <a:lstStyle/>
        <a:p>
          <a:r>
            <a:rPr lang="en-US" dirty="0"/>
            <a:t>Head pose </a:t>
          </a:r>
          <a:endParaRPr lang="en-IN" dirty="0"/>
        </a:p>
      </dgm:t>
    </dgm:pt>
    <dgm:pt modelId="{BDC22AE9-88E6-43E1-90E3-D8290DDF436B}" type="parTrans" cxnId="{A885D6FD-F86F-4DFD-B156-461397D04642}">
      <dgm:prSet/>
      <dgm:spPr/>
      <dgm:t>
        <a:bodyPr/>
        <a:lstStyle/>
        <a:p>
          <a:endParaRPr lang="en-IN"/>
        </a:p>
      </dgm:t>
    </dgm:pt>
    <dgm:pt modelId="{591F4BD3-A9C2-4747-87ED-D0CFEA23AA45}" type="sibTrans" cxnId="{A885D6FD-F86F-4DFD-B156-461397D04642}">
      <dgm:prSet/>
      <dgm:spPr/>
      <dgm:t>
        <a:bodyPr/>
        <a:lstStyle/>
        <a:p>
          <a:endParaRPr lang="en-IN"/>
        </a:p>
      </dgm:t>
    </dgm:pt>
    <dgm:pt modelId="{22144C55-54F9-448C-AEE9-10F6E0DF3B23}">
      <dgm:prSet phldrT="[Text]" phldr="0"/>
      <dgm:spPr/>
      <dgm:t>
        <a:bodyPr/>
        <a:lstStyle/>
        <a:p>
          <a:r>
            <a:rPr lang="en-US" dirty="0"/>
            <a:t>Phone detection</a:t>
          </a:r>
          <a:endParaRPr lang="en-IN" dirty="0"/>
        </a:p>
      </dgm:t>
    </dgm:pt>
    <dgm:pt modelId="{17C0BDDA-2757-40A2-B91A-F1F73C2875F4}" type="parTrans" cxnId="{231D7E0C-FC0A-498E-A16E-436ABF0D507D}">
      <dgm:prSet/>
      <dgm:spPr/>
      <dgm:t>
        <a:bodyPr/>
        <a:lstStyle/>
        <a:p>
          <a:endParaRPr lang="en-IN"/>
        </a:p>
      </dgm:t>
    </dgm:pt>
    <dgm:pt modelId="{C26E5320-DA69-48D1-AAF1-5FED2F8BF2C0}" type="sibTrans" cxnId="{231D7E0C-FC0A-498E-A16E-436ABF0D507D}">
      <dgm:prSet/>
      <dgm:spPr/>
      <dgm:t>
        <a:bodyPr/>
        <a:lstStyle/>
        <a:p>
          <a:endParaRPr lang="en-IN"/>
        </a:p>
      </dgm:t>
    </dgm:pt>
    <dgm:pt modelId="{50E6DF3D-844B-49C0-A364-D017333759C6}" type="pres">
      <dgm:prSet presAssocID="{9A795B39-13F3-4628-A828-6B3F47E13733}" presName="linearFlow" presStyleCnt="0">
        <dgm:presLayoutVars>
          <dgm:dir/>
          <dgm:animLvl val="lvl"/>
          <dgm:resizeHandles val="exact"/>
        </dgm:presLayoutVars>
      </dgm:prSet>
      <dgm:spPr/>
    </dgm:pt>
    <dgm:pt modelId="{169EFE55-C858-4C10-BA4A-6E9DA19FAE34}" type="pres">
      <dgm:prSet presAssocID="{2DE59712-BE18-42F0-B224-9715E8783B45}" presName="composite" presStyleCnt="0"/>
      <dgm:spPr/>
    </dgm:pt>
    <dgm:pt modelId="{81DF785E-8DCA-4BF1-8889-4EA4B47D2A52}" type="pres">
      <dgm:prSet presAssocID="{2DE59712-BE18-42F0-B224-9715E8783B45}" presName="parTx" presStyleLbl="node1" presStyleIdx="0" presStyleCnt="3">
        <dgm:presLayoutVars>
          <dgm:chMax val="0"/>
          <dgm:chPref val="0"/>
          <dgm:bulletEnabled val="1"/>
        </dgm:presLayoutVars>
      </dgm:prSet>
      <dgm:spPr/>
    </dgm:pt>
    <dgm:pt modelId="{AEE046D6-2B16-4A72-A497-6C2D1324205D}" type="pres">
      <dgm:prSet presAssocID="{2DE59712-BE18-42F0-B224-9715E8783B45}" presName="parSh" presStyleLbl="node1" presStyleIdx="0" presStyleCnt="3"/>
      <dgm:spPr/>
    </dgm:pt>
    <dgm:pt modelId="{FED9ABAF-D78A-4DFC-860C-FF8CDB9582D6}" type="pres">
      <dgm:prSet presAssocID="{2DE59712-BE18-42F0-B224-9715E8783B45}" presName="desTx" presStyleLbl="fgAcc1" presStyleIdx="0" presStyleCnt="3">
        <dgm:presLayoutVars>
          <dgm:bulletEnabled val="1"/>
        </dgm:presLayoutVars>
      </dgm:prSet>
      <dgm:spPr/>
    </dgm:pt>
    <dgm:pt modelId="{B2C56543-EA6A-4744-9915-8E6BCF6D4456}" type="pres">
      <dgm:prSet presAssocID="{9E499FD3-F927-4129-9834-F69162E34443}" presName="sibTrans" presStyleLbl="sibTrans2D1" presStyleIdx="0" presStyleCnt="2"/>
      <dgm:spPr/>
    </dgm:pt>
    <dgm:pt modelId="{F41880A1-ED1D-4395-904B-C6FB78FAFF42}" type="pres">
      <dgm:prSet presAssocID="{9E499FD3-F927-4129-9834-F69162E34443}" presName="connTx" presStyleLbl="sibTrans2D1" presStyleIdx="0" presStyleCnt="2"/>
      <dgm:spPr/>
    </dgm:pt>
    <dgm:pt modelId="{87864F59-7A79-4293-9FF5-1EEB3D4517DC}" type="pres">
      <dgm:prSet presAssocID="{5922078F-930F-42A2-83B1-C83D5722B2FA}" presName="composite" presStyleCnt="0"/>
      <dgm:spPr/>
    </dgm:pt>
    <dgm:pt modelId="{CE896D92-B5F9-4BE7-ADC0-D2E2B971E7C3}" type="pres">
      <dgm:prSet presAssocID="{5922078F-930F-42A2-83B1-C83D5722B2FA}" presName="parTx" presStyleLbl="node1" presStyleIdx="0" presStyleCnt="3">
        <dgm:presLayoutVars>
          <dgm:chMax val="0"/>
          <dgm:chPref val="0"/>
          <dgm:bulletEnabled val="1"/>
        </dgm:presLayoutVars>
      </dgm:prSet>
      <dgm:spPr/>
    </dgm:pt>
    <dgm:pt modelId="{7F29F9F3-8EB2-4650-B8D1-D481D07275C2}" type="pres">
      <dgm:prSet presAssocID="{5922078F-930F-42A2-83B1-C83D5722B2FA}" presName="parSh" presStyleLbl="node1" presStyleIdx="1" presStyleCnt="3"/>
      <dgm:spPr/>
    </dgm:pt>
    <dgm:pt modelId="{EBE28B3B-51ED-4C5A-AEB0-ADF54EC60BBE}" type="pres">
      <dgm:prSet presAssocID="{5922078F-930F-42A2-83B1-C83D5722B2FA}" presName="desTx" presStyleLbl="fgAcc1" presStyleIdx="1" presStyleCnt="3">
        <dgm:presLayoutVars>
          <dgm:bulletEnabled val="1"/>
        </dgm:presLayoutVars>
      </dgm:prSet>
      <dgm:spPr/>
    </dgm:pt>
    <dgm:pt modelId="{0CC3A333-6B99-4612-ACAD-275851B4BEAB}" type="pres">
      <dgm:prSet presAssocID="{0001FD31-2570-4FCD-88E9-AE47A42FA0D3}" presName="sibTrans" presStyleLbl="sibTrans2D1" presStyleIdx="1" presStyleCnt="2"/>
      <dgm:spPr/>
    </dgm:pt>
    <dgm:pt modelId="{2539205F-C1F9-4148-97E5-C9A9DD0E0EB5}" type="pres">
      <dgm:prSet presAssocID="{0001FD31-2570-4FCD-88E9-AE47A42FA0D3}" presName="connTx" presStyleLbl="sibTrans2D1" presStyleIdx="1" presStyleCnt="2"/>
      <dgm:spPr/>
    </dgm:pt>
    <dgm:pt modelId="{F478989D-5A46-4D72-94F1-60D8FC2FB26F}" type="pres">
      <dgm:prSet presAssocID="{BCD831DB-1AAF-4252-A923-58A2962111A9}" presName="composite" presStyleCnt="0"/>
      <dgm:spPr/>
    </dgm:pt>
    <dgm:pt modelId="{74EAFA0D-A42F-46BA-B5F2-E6574B283EB3}" type="pres">
      <dgm:prSet presAssocID="{BCD831DB-1AAF-4252-A923-58A2962111A9}" presName="parTx" presStyleLbl="node1" presStyleIdx="1" presStyleCnt="3">
        <dgm:presLayoutVars>
          <dgm:chMax val="0"/>
          <dgm:chPref val="0"/>
          <dgm:bulletEnabled val="1"/>
        </dgm:presLayoutVars>
      </dgm:prSet>
      <dgm:spPr/>
    </dgm:pt>
    <dgm:pt modelId="{9C4475AD-E3A3-475C-8975-28A6D44AA404}" type="pres">
      <dgm:prSet presAssocID="{BCD831DB-1AAF-4252-A923-58A2962111A9}" presName="parSh" presStyleLbl="node1" presStyleIdx="2" presStyleCnt="3"/>
      <dgm:spPr/>
    </dgm:pt>
    <dgm:pt modelId="{E556831C-501B-4860-9266-556D1DD14A61}" type="pres">
      <dgm:prSet presAssocID="{BCD831DB-1AAF-4252-A923-58A2962111A9}" presName="desTx" presStyleLbl="fgAcc1" presStyleIdx="2" presStyleCnt="3">
        <dgm:presLayoutVars>
          <dgm:bulletEnabled val="1"/>
        </dgm:presLayoutVars>
      </dgm:prSet>
      <dgm:spPr/>
    </dgm:pt>
  </dgm:ptLst>
  <dgm:cxnLst>
    <dgm:cxn modelId="{231D7E0C-FC0A-498E-A16E-436ABF0D507D}" srcId="{BCD831DB-1AAF-4252-A923-58A2962111A9}" destId="{22144C55-54F9-448C-AEE9-10F6E0DF3B23}" srcOrd="3" destOrd="0" parTransId="{17C0BDDA-2757-40A2-B91A-F1F73C2875F4}" sibTransId="{C26E5320-DA69-48D1-AAF1-5FED2F8BF2C0}"/>
    <dgm:cxn modelId="{58FA2612-DA23-4B36-8E20-15E43CC37BB5}" type="presOf" srcId="{96369CD6-1677-45EC-8FE4-EAEFCA7C6C05}" destId="{E556831C-501B-4860-9266-556D1DD14A61}" srcOrd="0" destOrd="2" presId="urn:microsoft.com/office/officeart/2005/8/layout/process3"/>
    <dgm:cxn modelId="{72B27813-CA11-4A7C-9AC7-E4AAB7446514}" srcId="{9A795B39-13F3-4628-A828-6B3F47E13733}" destId="{5922078F-930F-42A2-83B1-C83D5722B2FA}" srcOrd="1" destOrd="0" parTransId="{8DC50421-B02A-423E-88DC-7B0B1A182A24}" sibTransId="{0001FD31-2570-4FCD-88E9-AE47A42FA0D3}"/>
    <dgm:cxn modelId="{53C20A22-6CEE-4358-BC34-0C88B96BB95A}" type="presOf" srcId="{59DF47F4-EE72-4E80-BE1C-19F3501BAF7D}" destId="{E556831C-501B-4860-9266-556D1DD14A61}" srcOrd="0" destOrd="1" presId="urn:microsoft.com/office/officeart/2005/8/layout/process3"/>
    <dgm:cxn modelId="{C3A66623-22AD-41F1-B83D-990C61D1B443}" type="presOf" srcId="{5922078F-930F-42A2-83B1-C83D5722B2FA}" destId="{7F29F9F3-8EB2-4650-B8D1-D481D07275C2}" srcOrd="1" destOrd="0" presId="urn:microsoft.com/office/officeart/2005/8/layout/process3"/>
    <dgm:cxn modelId="{A2E32A2A-4E65-40EE-AE1B-06BDF592B210}" type="presOf" srcId="{2DE59712-BE18-42F0-B224-9715E8783B45}" destId="{81DF785E-8DCA-4BF1-8889-4EA4B47D2A52}" srcOrd="0" destOrd="0" presId="urn:microsoft.com/office/officeart/2005/8/layout/process3"/>
    <dgm:cxn modelId="{2A82323C-4D36-4E37-93E0-42F5EDCEE427}" type="presOf" srcId="{CF686959-D07B-4F3E-90DF-A018BCD4CCA5}" destId="{EBE28B3B-51ED-4C5A-AEB0-ADF54EC60BBE}" srcOrd="0" destOrd="0" presId="urn:microsoft.com/office/officeart/2005/8/layout/process3"/>
    <dgm:cxn modelId="{A0D1EC65-764D-4CEA-B117-9195C4F9C2CE}" type="presOf" srcId="{0001FD31-2570-4FCD-88E9-AE47A42FA0D3}" destId="{0CC3A333-6B99-4612-ACAD-275851B4BEAB}" srcOrd="0" destOrd="0" presId="urn:microsoft.com/office/officeart/2005/8/layout/process3"/>
    <dgm:cxn modelId="{91916579-6D99-4E51-960D-1BA338CE8445}" type="presOf" srcId="{BCD831DB-1AAF-4252-A923-58A2962111A9}" destId="{74EAFA0D-A42F-46BA-B5F2-E6574B283EB3}" srcOrd="0" destOrd="0" presId="urn:microsoft.com/office/officeart/2005/8/layout/process3"/>
    <dgm:cxn modelId="{4362087E-AD68-4DA3-97E1-C41A12F400B1}" srcId="{2DE59712-BE18-42F0-B224-9715E8783B45}" destId="{FF75AAD5-6E65-4D18-8F46-BFA9B2EB966F}" srcOrd="0" destOrd="0" parTransId="{E0994BF6-F341-4868-9E19-91E7C8A95B3A}" sibTransId="{C3F6DAE1-85A4-402D-9420-40D0D4F0C712}"/>
    <dgm:cxn modelId="{A5BDE480-3B00-4191-AA51-D1FF1FAE05C3}" type="presOf" srcId="{4D70AB30-8201-4309-AB86-78178C97E0F3}" destId="{E556831C-501B-4860-9266-556D1DD14A61}" srcOrd="0" destOrd="0" presId="urn:microsoft.com/office/officeart/2005/8/layout/process3"/>
    <dgm:cxn modelId="{C1FDAB8A-DFCA-4534-B61C-B9049688EFB1}" type="presOf" srcId="{9E499FD3-F927-4129-9834-F69162E34443}" destId="{B2C56543-EA6A-4744-9915-8E6BCF6D4456}" srcOrd="0" destOrd="0" presId="urn:microsoft.com/office/officeart/2005/8/layout/process3"/>
    <dgm:cxn modelId="{ED4339A3-4C34-4DAA-B1E3-4DD065DDF462}" type="presOf" srcId="{2DE59712-BE18-42F0-B224-9715E8783B45}" destId="{AEE046D6-2B16-4A72-A497-6C2D1324205D}" srcOrd="1" destOrd="0" presId="urn:microsoft.com/office/officeart/2005/8/layout/process3"/>
    <dgm:cxn modelId="{2D7810A4-DAE6-454F-AAD1-67EB7DBAF42A}" type="presOf" srcId="{FF75AAD5-6E65-4D18-8F46-BFA9B2EB966F}" destId="{FED9ABAF-D78A-4DFC-860C-FF8CDB9582D6}" srcOrd="0" destOrd="0" presId="urn:microsoft.com/office/officeart/2005/8/layout/process3"/>
    <dgm:cxn modelId="{8947C7B5-065D-4907-8E9D-46A06F2DED87}" srcId="{9A795B39-13F3-4628-A828-6B3F47E13733}" destId="{2DE59712-BE18-42F0-B224-9715E8783B45}" srcOrd="0" destOrd="0" parTransId="{B838DD5A-219D-42D1-A821-21125D9F76FC}" sibTransId="{9E499FD3-F927-4129-9834-F69162E34443}"/>
    <dgm:cxn modelId="{BF1511BB-8013-4943-A02D-A43CDE7462F9}" type="presOf" srcId="{9A795B39-13F3-4628-A828-6B3F47E13733}" destId="{50E6DF3D-844B-49C0-A364-D017333759C6}" srcOrd="0" destOrd="0" presId="urn:microsoft.com/office/officeart/2005/8/layout/process3"/>
    <dgm:cxn modelId="{6E9626BD-6460-4DB6-A8CC-7942E45AF953}" srcId="{9A795B39-13F3-4628-A828-6B3F47E13733}" destId="{BCD831DB-1AAF-4252-A923-58A2962111A9}" srcOrd="2" destOrd="0" parTransId="{9CF6C696-4035-43EC-B30A-DA2815720C18}" sibTransId="{12E6166A-04A1-4BE2-BDAA-6C460A766835}"/>
    <dgm:cxn modelId="{41AC7EC9-06B4-4A3C-912D-1B6FB1767994}" srcId="{BCD831DB-1AAF-4252-A923-58A2962111A9}" destId="{59DF47F4-EE72-4E80-BE1C-19F3501BAF7D}" srcOrd="1" destOrd="0" parTransId="{2CFAC77A-0CEF-4CB8-8141-08D17A2551C4}" sibTransId="{68C5F5B7-A38D-491D-A683-BE1B2F45CBD6}"/>
    <dgm:cxn modelId="{DCEA0DD0-5C47-4D64-B6B6-C9CE603B3966}" type="presOf" srcId="{0001FD31-2570-4FCD-88E9-AE47A42FA0D3}" destId="{2539205F-C1F9-4148-97E5-C9A9DD0E0EB5}" srcOrd="1" destOrd="0" presId="urn:microsoft.com/office/officeart/2005/8/layout/process3"/>
    <dgm:cxn modelId="{8D268AD5-630D-4774-BB62-142462981400}" type="presOf" srcId="{BCD831DB-1AAF-4252-A923-58A2962111A9}" destId="{9C4475AD-E3A3-475C-8975-28A6D44AA404}" srcOrd="1" destOrd="0" presId="urn:microsoft.com/office/officeart/2005/8/layout/process3"/>
    <dgm:cxn modelId="{83D468D6-830E-4BE9-A100-ADA6EE909A97}" srcId="{5922078F-930F-42A2-83B1-C83D5722B2FA}" destId="{CF686959-D07B-4F3E-90DF-A018BCD4CCA5}" srcOrd="0" destOrd="0" parTransId="{31537785-C34B-4E1C-A4BC-23046E2A358D}" sibTransId="{2538133B-37CF-4818-9E2E-9229E98E5CEC}"/>
    <dgm:cxn modelId="{494612DB-75AF-4483-B328-8332537A11FA}" srcId="{BCD831DB-1AAF-4252-A923-58A2962111A9}" destId="{4D70AB30-8201-4309-AB86-78178C97E0F3}" srcOrd="0" destOrd="0" parTransId="{8106A715-7A3E-4ECB-A2C2-796D454D80BD}" sibTransId="{59DC4152-CF88-4157-A745-E00206534B8A}"/>
    <dgm:cxn modelId="{E66B47E4-3C17-4A9E-8D2D-6513CF3BC9BD}" type="presOf" srcId="{22144C55-54F9-448C-AEE9-10F6E0DF3B23}" destId="{E556831C-501B-4860-9266-556D1DD14A61}" srcOrd="0" destOrd="3" presId="urn:microsoft.com/office/officeart/2005/8/layout/process3"/>
    <dgm:cxn modelId="{2983D6E9-2B35-4928-B8D4-E322BA811BB3}" type="presOf" srcId="{9E499FD3-F927-4129-9834-F69162E34443}" destId="{F41880A1-ED1D-4395-904B-C6FB78FAFF42}" srcOrd="1" destOrd="0" presId="urn:microsoft.com/office/officeart/2005/8/layout/process3"/>
    <dgm:cxn modelId="{F5B4B5F5-4E00-4934-AA39-2FF1C7757D02}" type="presOf" srcId="{5922078F-930F-42A2-83B1-C83D5722B2FA}" destId="{CE896D92-B5F9-4BE7-ADC0-D2E2B971E7C3}" srcOrd="0" destOrd="0" presId="urn:microsoft.com/office/officeart/2005/8/layout/process3"/>
    <dgm:cxn modelId="{A885D6FD-F86F-4DFD-B156-461397D04642}" srcId="{BCD831DB-1AAF-4252-A923-58A2962111A9}" destId="{96369CD6-1677-45EC-8FE4-EAEFCA7C6C05}" srcOrd="2" destOrd="0" parTransId="{BDC22AE9-88E6-43E1-90E3-D8290DDF436B}" sibTransId="{591F4BD3-A9C2-4747-87ED-D0CFEA23AA45}"/>
    <dgm:cxn modelId="{1C6E5888-16F6-4AE3-A377-B15C942D5777}" type="presParOf" srcId="{50E6DF3D-844B-49C0-A364-D017333759C6}" destId="{169EFE55-C858-4C10-BA4A-6E9DA19FAE34}" srcOrd="0" destOrd="0" presId="urn:microsoft.com/office/officeart/2005/8/layout/process3"/>
    <dgm:cxn modelId="{8256090A-57E3-4AD9-9968-74B6CD94E623}" type="presParOf" srcId="{169EFE55-C858-4C10-BA4A-6E9DA19FAE34}" destId="{81DF785E-8DCA-4BF1-8889-4EA4B47D2A52}" srcOrd="0" destOrd="0" presId="urn:microsoft.com/office/officeart/2005/8/layout/process3"/>
    <dgm:cxn modelId="{72A3AC90-8A8F-4F69-B56D-A9F18BFAA0BF}" type="presParOf" srcId="{169EFE55-C858-4C10-BA4A-6E9DA19FAE34}" destId="{AEE046D6-2B16-4A72-A497-6C2D1324205D}" srcOrd="1" destOrd="0" presId="urn:microsoft.com/office/officeart/2005/8/layout/process3"/>
    <dgm:cxn modelId="{0258F143-5852-43B0-84CA-FE548A94127A}" type="presParOf" srcId="{169EFE55-C858-4C10-BA4A-6E9DA19FAE34}" destId="{FED9ABAF-D78A-4DFC-860C-FF8CDB9582D6}" srcOrd="2" destOrd="0" presId="urn:microsoft.com/office/officeart/2005/8/layout/process3"/>
    <dgm:cxn modelId="{4F0544B9-95B1-41DF-9561-6B764A2DF7B6}" type="presParOf" srcId="{50E6DF3D-844B-49C0-A364-D017333759C6}" destId="{B2C56543-EA6A-4744-9915-8E6BCF6D4456}" srcOrd="1" destOrd="0" presId="urn:microsoft.com/office/officeart/2005/8/layout/process3"/>
    <dgm:cxn modelId="{5CF72359-6216-469C-B932-0BC24DDFB140}" type="presParOf" srcId="{B2C56543-EA6A-4744-9915-8E6BCF6D4456}" destId="{F41880A1-ED1D-4395-904B-C6FB78FAFF42}" srcOrd="0" destOrd="0" presId="urn:microsoft.com/office/officeart/2005/8/layout/process3"/>
    <dgm:cxn modelId="{229E2CD3-B3D8-4310-A6C1-56AB96327FC0}" type="presParOf" srcId="{50E6DF3D-844B-49C0-A364-D017333759C6}" destId="{87864F59-7A79-4293-9FF5-1EEB3D4517DC}" srcOrd="2" destOrd="0" presId="urn:microsoft.com/office/officeart/2005/8/layout/process3"/>
    <dgm:cxn modelId="{771205A8-ABDB-4A0F-BC42-8B0852962EAD}" type="presParOf" srcId="{87864F59-7A79-4293-9FF5-1EEB3D4517DC}" destId="{CE896D92-B5F9-4BE7-ADC0-D2E2B971E7C3}" srcOrd="0" destOrd="0" presId="urn:microsoft.com/office/officeart/2005/8/layout/process3"/>
    <dgm:cxn modelId="{176C36ED-2678-4532-894A-335A8AFAA05C}" type="presParOf" srcId="{87864F59-7A79-4293-9FF5-1EEB3D4517DC}" destId="{7F29F9F3-8EB2-4650-B8D1-D481D07275C2}" srcOrd="1" destOrd="0" presId="urn:microsoft.com/office/officeart/2005/8/layout/process3"/>
    <dgm:cxn modelId="{6D071DFE-A230-41F1-ABCD-F2B60A958971}" type="presParOf" srcId="{87864F59-7A79-4293-9FF5-1EEB3D4517DC}" destId="{EBE28B3B-51ED-4C5A-AEB0-ADF54EC60BBE}" srcOrd="2" destOrd="0" presId="urn:microsoft.com/office/officeart/2005/8/layout/process3"/>
    <dgm:cxn modelId="{C85D9C53-78E8-416A-8904-25074B6D547B}" type="presParOf" srcId="{50E6DF3D-844B-49C0-A364-D017333759C6}" destId="{0CC3A333-6B99-4612-ACAD-275851B4BEAB}" srcOrd="3" destOrd="0" presId="urn:microsoft.com/office/officeart/2005/8/layout/process3"/>
    <dgm:cxn modelId="{00D1D5A5-1675-4424-8770-8435F1B3A511}" type="presParOf" srcId="{0CC3A333-6B99-4612-ACAD-275851B4BEAB}" destId="{2539205F-C1F9-4148-97E5-C9A9DD0E0EB5}" srcOrd="0" destOrd="0" presId="urn:microsoft.com/office/officeart/2005/8/layout/process3"/>
    <dgm:cxn modelId="{BCDCDB77-B600-479D-91A0-10238264C66B}" type="presParOf" srcId="{50E6DF3D-844B-49C0-A364-D017333759C6}" destId="{F478989D-5A46-4D72-94F1-60D8FC2FB26F}" srcOrd="4" destOrd="0" presId="urn:microsoft.com/office/officeart/2005/8/layout/process3"/>
    <dgm:cxn modelId="{264BC034-CFFC-443E-9C69-AC87F6DE7036}" type="presParOf" srcId="{F478989D-5A46-4D72-94F1-60D8FC2FB26F}" destId="{74EAFA0D-A42F-46BA-B5F2-E6574B283EB3}" srcOrd="0" destOrd="0" presId="urn:microsoft.com/office/officeart/2005/8/layout/process3"/>
    <dgm:cxn modelId="{DE445A60-6EA3-4921-8F7A-09FBCC58FCCB}" type="presParOf" srcId="{F478989D-5A46-4D72-94F1-60D8FC2FB26F}" destId="{9C4475AD-E3A3-475C-8975-28A6D44AA404}" srcOrd="1" destOrd="0" presId="urn:microsoft.com/office/officeart/2005/8/layout/process3"/>
    <dgm:cxn modelId="{B1271487-144D-4935-935A-747E840E942B}" type="presParOf" srcId="{F478989D-5A46-4D72-94F1-60D8FC2FB26F}" destId="{E556831C-501B-4860-9266-556D1DD14A61}" srcOrd="2" destOrd="0" presId="urn:microsoft.com/office/officeart/2005/8/layout/process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EB15E445-98FC-4F52-B304-6779D6FEB27A}" type="doc">
      <dgm:prSet loTypeId="urn:microsoft.com/office/officeart/2005/8/layout/process3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2312609B-140B-4644-ADEE-6112CD5E954B}">
      <dgm:prSet phldrT="[Text]" phldr="0" custT="1"/>
      <dgm:spPr/>
      <dgm:t>
        <a:bodyPr/>
        <a:lstStyle/>
        <a:p>
          <a:r>
            <a:rPr lang="en-US" sz="1400" dirty="0"/>
            <a:t>Processing &amp; </a:t>
          </a:r>
          <a:r>
            <a:rPr lang="en-US" sz="1400" dirty="0" err="1"/>
            <a:t>Analsis</a:t>
          </a:r>
          <a:endParaRPr lang="en-IN" sz="1400" dirty="0"/>
        </a:p>
      </dgm:t>
    </dgm:pt>
    <dgm:pt modelId="{9A4EDAD5-8D92-486D-B687-C5A9C9696296}" type="parTrans" cxnId="{753D8728-FD69-4146-9A2C-D14205BB2626}">
      <dgm:prSet/>
      <dgm:spPr/>
      <dgm:t>
        <a:bodyPr/>
        <a:lstStyle/>
        <a:p>
          <a:endParaRPr lang="en-IN"/>
        </a:p>
      </dgm:t>
    </dgm:pt>
    <dgm:pt modelId="{8B6CD2BA-65AC-4592-B6FC-8DEF5176069F}" type="sibTrans" cxnId="{753D8728-FD69-4146-9A2C-D14205BB2626}">
      <dgm:prSet/>
      <dgm:spPr/>
      <dgm:t>
        <a:bodyPr/>
        <a:lstStyle/>
        <a:p>
          <a:endParaRPr lang="en-IN"/>
        </a:p>
      </dgm:t>
    </dgm:pt>
    <dgm:pt modelId="{07478B0F-2520-42F2-B3EF-FEA04BD09B1E}">
      <dgm:prSet phldrT="[Text]" phldr="0" custT="1"/>
      <dgm:spPr/>
      <dgm:t>
        <a:bodyPr/>
        <a:lstStyle/>
        <a:p>
          <a:r>
            <a:rPr lang="en-US" sz="1400" dirty="0"/>
            <a:t>Each feature is analyzed frame-by-frame</a:t>
          </a:r>
          <a:endParaRPr lang="en-IN" sz="1400" dirty="0"/>
        </a:p>
      </dgm:t>
    </dgm:pt>
    <dgm:pt modelId="{290E3484-5883-4F23-9942-F10FB75D2787}" type="parTrans" cxnId="{89D329DC-BA5A-49A4-A5CF-965EDB3FB49E}">
      <dgm:prSet/>
      <dgm:spPr/>
      <dgm:t>
        <a:bodyPr/>
        <a:lstStyle/>
        <a:p>
          <a:endParaRPr lang="en-IN"/>
        </a:p>
      </dgm:t>
    </dgm:pt>
    <dgm:pt modelId="{791D599E-D998-475F-9C10-1B15592058CA}" type="sibTrans" cxnId="{89D329DC-BA5A-49A4-A5CF-965EDB3FB49E}">
      <dgm:prSet/>
      <dgm:spPr/>
      <dgm:t>
        <a:bodyPr/>
        <a:lstStyle/>
        <a:p>
          <a:endParaRPr lang="en-IN"/>
        </a:p>
      </dgm:t>
    </dgm:pt>
    <dgm:pt modelId="{CF9EEDD6-482D-45BD-B1DE-8C6D4B08B508}">
      <dgm:prSet phldrT="[Text]" phldr="0" custT="1"/>
      <dgm:spPr/>
      <dgm:t>
        <a:bodyPr/>
        <a:lstStyle/>
        <a:p>
          <a:r>
            <a:rPr lang="en-US" sz="1400" dirty="0"/>
            <a:t>Decision System</a:t>
          </a:r>
          <a:endParaRPr lang="en-IN" sz="1400" dirty="0"/>
        </a:p>
      </dgm:t>
    </dgm:pt>
    <dgm:pt modelId="{F5CF89B3-F43F-4686-BE47-FC7D7E896087}" type="parTrans" cxnId="{16007531-B929-45DC-B863-8F7C775472F0}">
      <dgm:prSet/>
      <dgm:spPr/>
      <dgm:t>
        <a:bodyPr/>
        <a:lstStyle/>
        <a:p>
          <a:endParaRPr lang="en-IN"/>
        </a:p>
      </dgm:t>
    </dgm:pt>
    <dgm:pt modelId="{77795546-86E1-4156-B610-F8FC6F985E30}" type="sibTrans" cxnId="{16007531-B929-45DC-B863-8F7C775472F0}">
      <dgm:prSet/>
      <dgm:spPr/>
      <dgm:t>
        <a:bodyPr/>
        <a:lstStyle/>
        <a:p>
          <a:endParaRPr lang="en-IN"/>
        </a:p>
      </dgm:t>
    </dgm:pt>
    <dgm:pt modelId="{0037874D-C131-4A9F-864A-B2B593BB0884}">
      <dgm:prSet phldrT="[Text]" phldr="0" custT="1"/>
      <dgm:spPr/>
      <dgm:t>
        <a:bodyPr/>
        <a:lstStyle/>
        <a:p>
          <a:r>
            <a:rPr lang="en-US" sz="1400" dirty="0"/>
            <a:t>Combine all signals-generate alert</a:t>
          </a:r>
          <a:endParaRPr lang="en-IN" sz="1400" dirty="0"/>
        </a:p>
      </dgm:t>
    </dgm:pt>
    <dgm:pt modelId="{A2536F4B-9957-4DC5-8817-3E15F5ACF721}" type="parTrans" cxnId="{4296AFF2-E9AB-4B0C-9AD1-BACACBC11286}">
      <dgm:prSet/>
      <dgm:spPr/>
      <dgm:t>
        <a:bodyPr/>
        <a:lstStyle/>
        <a:p>
          <a:endParaRPr lang="en-IN"/>
        </a:p>
      </dgm:t>
    </dgm:pt>
    <dgm:pt modelId="{67F4A26B-9DF5-4253-9BDE-1620D608CEAC}" type="sibTrans" cxnId="{4296AFF2-E9AB-4B0C-9AD1-BACACBC11286}">
      <dgm:prSet/>
      <dgm:spPr/>
      <dgm:t>
        <a:bodyPr/>
        <a:lstStyle/>
        <a:p>
          <a:endParaRPr lang="en-IN"/>
        </a:p>
      </dgm:t>
    </dgm:pt>
    <dgm:pt modelId="{6BB3B8BE-3A6F-4361-989C-222E6753E86E}">
      <dgm:prSet phldrT="[Text]" phldr="0" custT="1"/>
      <dgm:spPr/>
      <dgm:t>
        <a:bodyPr/>
        <a:lstStyle/>
        <a:p>
          <a:r>
            <a:rPr lang="en-US" sz="1400" dirty="0"/>
            <a:t>Alert System</a:t>
          </a:r>
          <a:endParaRPr lang="en-IN" sz="1400" dirty="0"/>
        </a:p>
      </dgm:t>
    </dgm:pt>
    <dgm:pt modelId="{BCFCE98B-4E23-4D79-A94C-1366D18DA8C0}" type="parTrans" cxnId="{DA9290B0-20C8-451A-8C25-6B8325892014}">
      <dgm:prSet/>
      <dgm:spPr/>
      <dgm:t>
        <a:bodyPr/>
        <a:lstStyle/>
        <a:p>
          <a:endParaRPr lang="en-IN"/>
        </a:p>
      </dgm:t>
    </dgm:pt>
    <dgm:pt modelId="{B39F45E0-5221-4994-BA8D-A6860A38D373}" type="sibTrans" cxnId="{DA9290B0-20C8-451A-8C25-6B8325892014}">
      <dgm:prSet/>
      <dgm:spPr/>
      <dgm:t>
        <a:bodyPr/>
        <a:lstStyle/>
        <a:p>
          <a:endParaRPr lang="en-IN"/>
        </a:p>
      </dgm:t>
    </dgm:pt>
    <dgm:pt modelId="{BB287A46-E3AD-450B-81E4-15093C16F44B}">
      <dgm:prSet phldrT="[Text]" phldr="0" custT="1"/>
      <dgm:spPr/>
      <dgm:t>
        <a:bodyPr/>
        <a:lstStyle/>
        <a:p>
          <a:r>
            <a:rPr lang="en-US" sz="1400" dirty="0"/>
            <a:t>Sound or visual alert given to driver</a:t>
          </a:r>
          <a:endParaRPr lang="en-IN" sz="1400" dirty="0"/>
        </a:p>
      </dgm:t>
    </dgm:pt>
    <dgm:pt modelId="{1A587D6E-E3FB-460C-9770-10A149C8709C}" type="parTrans" cxnId="{537CBA40-9B48-4BB7-897D-0226C920355D}">
      <dgm:prSet/>
      <dgm:spPr/>
      <dgm:t>
        <a:bodyPr/>
        <a:lstStyle/>
        <a:p>
          <a:endParaRPr lang="en-IN"/>
        </a:p>
      </dgm:t>
    </dgm:pt>
    <dgm:pt modelId="{F2B5F709-D389-4827-AF10-A875753DDC73}" type="sibTrans" cxnId="{537CBA40-9B48-4BB7-897D-0226C920355D}">
      <dgm:prSet/>
      <dgm:spPr/>
      <dgm:t>
        <a:bodyPr/>
        <a:lstStyle/>
        <a:p>
          <a:endParaRPr lang="en-IN"/>
        </a:p>
      </dgm:t>
    </dgm:pt>
    <dgm:pt modelId="{587E65E4-1D8E-4456-B697-9569713104F4}">
      <dgm:prSet phldrT="[Text]" phldr="0" custT="1"/>
      <dgm:spPr/>
      <dgm:t>
        <a:bodyPr/>
        <a:lstStyle/>
        <a:p>
          <a:r>
            <a:rPr lang="en-US" sz="1400" dirty="0"/>
            <a:t>output/:safe/Warning/critical</a:t>
          </a:r>
          <a:endParaRPr lang="en-IN" sz="1400" dirty="0"/>
        </a:p>
      </dgm:t>
    </dgm:pt>
    <dgm:pt modelId="{A0812992-152F-4754-9FB2-7C2759813820}" type="parTrans" cxnId="{B04F09BD-7330-4F64-BA95-1A9B52E66598}">
      <dgm:prSet/>
      <dgm:spPr/>
      <dgm:t>
        <a:bodyPr/>
        <a:lstStyle/>
        <a:p>
          <a:endParaRPr lang="en-IN"/>
        </a:p>
      </dgm:t>
    </dgm:pt>
    <dgm:pt modelId="{9A808343-E18B-49BF-9BB3-8E93F405F6FC}" type="sibTrans" cxnId="{B04F09BD-7330-4F64-BA95-1A9B52E66598}">
      <dgm:prSet/>
      <dgm:spPr/>
      <dgm:t>
        <a:bodyPr/>
        <a:lstStyle/>
        <a:p>
          <a:endParaRPr lang="en-IN"/>
        </a:p>
      </dgm:t>
    </dgm:pt>
    <dgm:pt modelId="{697B6681-BDB4-40D9-AA8B-97B5A3B4846B}" type="pres">
      <dgm:prSet presAssocID="{EB15E445-98FC-4F52-B304-6779D6FEB27A}" presName="linearFlow" presStyleCnt="0">
        <dgm:presLayoutVars>
          <dgm:dir/>
          <dgm:animLvl val="lvl"/>
          <dgm:resizeHandles val="exact"/>
        </dgm:presLayoutVars>
      </dgm:prSet>
      <dgm:spPr/>
    </dgm:pt>
    <dgm:pt modelId="{A4766EF9-286C-4D76-AE10-8A9D96FF6400}" type="pres">
      <dgm:prSet presAssocID="{2312609B-140B-4644-ADEE-6112CD5E954B}" presName="composite" presStyleCnt="0"/>
      <dgm:spPr/>
    </dgm:pt>
    <dgm:pt modelId="{3108F112-ADE8-44BF-A2DD-3434D11A0D7D}" type="pres">
      <dgm:prSet presAssocID="{2312609B-140B-4644-ADEE-6112CD5E954B}" presName="parTx" presStyleLbl="node1" presStyleIdx="0" presStyleCnt="3">
        <dgm:presLayoutVars>
          <dgm:chMax val="0"/>
          <dgm:chPref val="0"/>
          <dgm:bulletEnabled val="1"/>
        </dgm:presLayoutVars>
      </dgm:prSet>
      <dgm:spPr>
        <a:prstGeom prst="roundRect">
          <a:avLst/>
        </a:prstGeom>
      </dgm:spPr>
    </dgm:pt>
    <dgm:pt modelId="{49C66B24-61F5-48EA-A696-160440E7C4C4}" type="pres">
      <dgm:prSet presAssocID="{2312609B-140B-4644-ADEE-6112CD5E954B}" presName="parSh" presStyleLbl="node1" presStyleIdx="0" presStyleCnt="3" custScaleY="106430" custLinFactNeighborX="6131" custLinFactNeighborY="8776"/>
      <dgm:spPr>
        <a:prstGeom prst="roundRect">
          <a:avLst/>
        </a:prstGeom>
      </dgm:spPr>
    </dgm:pt>
    <dgm:pt modelId="{273F11AD-7C65-48FC-A43D-24EE40DDFE93}" type="pres">
      <dgm:prSet presAssocID="{2312609B-140B-4644-ADEE-6112CD5E954B}" presName="desTx" presStyleLbl="fgAcc1" presStyleIdx="0" presStyleCnt="3" custScaleX="95962" custScaleY="97348" custLinFactNeighborX="10508" custLinFactNeighborY="3714">
        <dgm:presLayoutVars>
          <dgm:bulletEnabled val="1"/>
        </dgm:presLayoutVars>
      </dgm:prSet>
      <dgm:spPr/>
    </dgm:pt>
    <dgm:pt modelId="{6B3A2A24-2431-4D24-98F6-C55D19D14F01}" type="pres">
      <dgm:prSet presAssocID="{8B6CD2BA-65AC-4592-B6FC-8DEF5176069F}" presName="sibTrans" presStyleLbl="sibTrans2D1" presStyleIdx="0" presStyleCnt="2"/>
      <dgm:spPr/>
    </dgm:pt>
    <dgm:pt modelId="{A1730E9E-2D85-4DFF-8A25-102AB1D38DE2}" type="pres">
      <dgm:prSet presAssocID="{8B6CD2BA-65AC-4592-B6FC-8DEF5176069F}" presName="connTx" presStyleLbl="sibTrans2D1" presStyleIdx="0" presStyleCnt="2"/>
      <dgm:spPr/>
    </dgm:pt>
    <dgm:pt modelId="{54758BD2-44A4-47A6-9496-E91720629539}" type="pres">
      <dgm:prSet presAssocID="{CF9EEDD6-482D-45BD-B1DE-8C6D4B08B508}" presName="composite" presStyleCnt="0"/>
      <dgm:spPr/>
    </dgm:pt>
    <dgm:pt modelId="{BDE1C61C-9352-46CA-A468-2FC16BB5FA12}" type="pres">
      <dgm:prSet presAssocID="{CF9EEDD6-482D-45BD-B1DE-8C6D4B08B508}" presName="parTx" presStyleLbl="node1" presStyleIdx="0" presStyleCnt="3">
        <dgm:presLayoutVars>
          <dgm:chMax val="0"/>
          <dgm:chPref val="0"/>
          <dgm:bulletEnabled val="1"/>
        </dgm:presLayoutVars>
      </dgm:prSet>
      <dgm:spPr>
        <a:prstGeom prst="roundRect">
          <a:avLst/>
        </a:prstGeom>
      </dgm:spPr>
    </dgm:pt>
    <dgm:pt modelId="{BA4ECEC4-35EA-468B-9126-6FE0FBE2EAC1}" type="pres">
      <dgm:prSet presAssocID="{CF9EEDD6-482D-45BD-B1DE-8C6D4B08B508}" presName="parSh" presStyleLbl="node1" presStyleIdx="1" presStyleCnt="3" custScaleY="96870"/>
      <dgm:spPr>
        <a:prstGeom prst="roundRect">
          <a:avLst/>
        </a:prstGeom>
      </dgm:spPr>
    </dgm:pt>
    <dgm:pt modelId="{209A85D8-D08D-4A2A-BCF6-0C1F599FFE27}" type="pres">
      <dgm:prSet presAssocID="{CF9EEDD6-482D-45BD-B1DE-8C6D4B08B508}" presName="desTx" presStyleLbl="fgAcc1" presStyleIdx="1" presStyleCnt="3">
        <dgm:presLayoutVars>
          <dgm:bulletEnabled val="1"/>
        </dgm:presLayoutVars>
      </dgm:prSet>
      <dgm:spPr/>
    </dgm:pt>
    <dgm:pt modelId="{8623CB53-91D2-4654-AB86-D07F75753526}" type="pres">
      <dgm:prSet presAssocID="{77795546-86E1-4156-B610-F8FC6F985E30}" presName="sibTrans" presStyleLbl="sibTrans2D1" presStyleIdx="1" presStyleCnt="2"/>
      <dgm:spPr/>
    </dgm:pt>
    <dgm:pt modelId="{BAB5AE6D-AABC-432D-AF07-4AF1056FAEE0}" type="pres">
      <dgm:prSet presAssocID="{77795546-86E1-4156-B610-F8FC6F985E30}" presName="connTx" presStyleLbl="sibTrans2D1" presStyleIdx="1" presStyleCnt="2"/>
      <dgm:spPr/>
    </dgm:pt>
    <dgm:pt modelId="{ED18D74F-3E05-4A73-8989-E91D10AAB41F}" type="pres">
      <dgm:prSet presAssocID="{6BB3B8BE-3A6F-4361-989C-222E6753E86E}" presName="composite" presStyleCnt="0"/>
      <dgm:spPr/>
    </dgm:pt>
    <dgm:pt modelId="{905A99DC-FCF0-4C5C-A8BF-ACEA025F9199}" type="pres">
      <dgm:prSet presAssocID="{6BB3B8BE-3A6F-4361-989C-222E6753E86E}" presName="parTx" presStyleLbl="node1" presStyleIdx="1" presStyleCnt="3">
        <dgm:presLayoutVars>
          <dgm:chMax val="0"/>
          <dgm:chPref val="0"/>
          <dgm:bulletEnabled val="1"/>
        </dgm:presLayoutVars>
      </dgm:prSet>
      <dgm:spPr>
        <a:prstGeom prst="roundRect">
          <a:avLst/>
        </a:prstGeom>
      </dgm:spPr>
    </dgm:pt>
    <dgm:pt modelId="{8B3A8351-70A4-4B7E-8E7A-781CCC5C4C75}" type="pres">
      <dgm:prSet presAssocID="{6BB3B8BE-3A6F-4361-989C-222E6753E86E}" presName="parSh" presStyleLbl="node1" presStyleIdx="2" presStyleCnt="3"/>
      <dgm:spPr>
        <a:prstGeom prst="roundRect">
          <a:avLst/>
        </a:prstGeom>
      </dgm:spPr>
    </dgm:pt>
    <dgm:pt modelId="{E1BE10FF-74D9-4034-9F35-564FCCBD4045}" type="pres">
      <dgm:prSet presAssocID="{6BB3B8BE-3A6F-4361-989C-222E6753E86E}" presName="desTx" presStyleLbl="fgAcc1" presStyleIdx="2" presStyleCnt="3">
        <dgm:presLayoutVars>
          <dgm:bulletEnabled val="1"/>
        </dgm:presLayoutVars>
      </dgm:prSet>
      <dgm:spPr/>
    </dgm:pt>
  </dgm:ptLst>
  <dgm:cxnLst>
    <dgm:cxn modelId="{753D8728-FD69-4146-9A2C-D14205BB2626}" srcId="{EB15E445-98FC-4F52-B304-6779D6FEB27A}" destId="{2312609B-140B-4644-ADEE-6112CD5E954B}" srcOrd="0" destOrd="0" parTransId="{9A4EDAD5-8D92-486D-B687-C5A9C9696296}" sibTransId="{8B6CD2BA-65AC-4592-B6FC-8DEF5176069F}"/>
    <dgm:cxn modelId="{6E31112F-A44D-4BFA-A907-B7437F9C7C02}" type="presOf" srcId="{2312609B-140B-4644-ADEE-6112CD5E954B}" destId="{49C66B24-61F5-48EA-A696-160440E7C4C4}" srcOrd="1" destOrd="0" presId="urn:microsoft.com/office/officeart/2005/8/layout/process3"/>
    <dgm:cxn modelId="{16007531-B929-45DC-B863-8F7C775472F0}" srcId="{EB15E445-98FC-4F52-B304-6779D6FEB27A}" destId="{CF9EEDD6-482D-45BD-B1DE-8C6D4B08B508}" srcOrd="1" destOrd="0" parTransId="{F5CF89B3-F43F-4686-BE47-FC7D7E896087}" sibTransId="{77795546-86E1-4156-B610-F8FC6F985E30}"/>
    <dgm:cxn modelId="{FC966A33-45B8-42E3-83E9-6648016CBB97}" type="presOf" srcId="{EB15E445-98FC-4F52-B304-6779D6FEB27A}" destId="{697B6681-BDB4-40D9-AA8B-97B5A3B4846B}" srcOrd="0" destOrd="0" presId="urn:microsoft.com/office/officeart/2005/8/layout/process3"/>
    <dgm:cxn modelId="{18316E33-87FE-4D0E-B04F-7281507279CE}" type="presOf" srcId="{07478B0F-2520-42F2-B3EF-FEA04BD09B1E}" destId="{273F11AD-7C65-48FC-A43D-24EE40DDFE93}" srcOrd="0" destOrd="0" presId="urn:microsoft.com/office/officeart/2005/8/layout/process3"/>
    <dgm:cxn modelId="{92D65039-85D9-4EFD-9F0E-5CC1C5E524CD}" type="presOf" srcId="{CF9EEDD6-482D-45BD-B1DE-8C6D4B08B508}" destId="{BA4ECEC4-35EA-468B-9126-6FE0FBE2EAC1}" srcOrd="1" destOrd="0" presId="urn:microsoft.com/office/officeart/2005/8/layout/process3"/>
    <dgm:cxn modelId="{537CBA40-9B48-4BB7-897D-0226C920355D}" srcId="{6BB3B8BE-3A6F-4361-989C-222E6753E86E}" destId="{BB287A46-E3AD-450B-81E4-15093C16F44B}" srcOrd="0" destOrd="0" parTransId="{1A587D6E-E3FB-460C-9770-10A149C8709C}" sibTransId="{F2B5F709-D389-4827-AF10-A875753DDC73}"/>
    <dgm:cxn modelId="{16238661-8FFC-4943-932B-C0877E518F44}" type="presOf" srcId="{BB287A46-E3AD-450B-81E4-15093C16F44B}" destId="{E1BE10FF-74D9-4034-9F35-564FCCBD4045}" srcOrd="0" destOrd="0" presId="urn:microsoft.com/office/officeart/2005/8/layout/process3"/>
    <dgm:cxn modelId="{49FADB61-D009-41FA-8133-AEB10199B04F}" type="presOf" srcId="{77795546-86E1-4156-B610-F8FC6F985E30}" destId="{BAB5AE6D-AABC-432D-AF07-4AF1056FAEE0}" srcOrd="1" destOrd="0" presId="urn:microsoft.com/office/officeart/2005/8/layout/process3"/>
    <dgm:cxn modelId="{8DE49B77-BA05-4507-A0CC-CC1CDFDC361B}" type="presOf" srcId="{2312609B-140B-4644-ADEE-6112CD5E954B}" destId="{3108F112-ADE8-44BF-A2DD-3434D11A0D7D}" srcOrd="0" destOrd="0" presId="urn:microsoft.com/office/officeart/2005/8/layout/process3"/>
    <dgm:cxn modelId="{26916358-2E9F-445C-B4DC-8B1C1B9D5E19}" type="presOf" srcId="{8B6CD2BA-65AC-4592-B6FC-8DEF5176069F}" destId="{6B3A2A24-2431-4D24-98F6-C55D19D14F01}" srcOrd="0" destOrd="0" presId="urn:microsoft.com/office/officeart/2005/8/layout/process3"/>
    <dgm:cxn modelId="{A96DE17D-A8C1-4510-BD71-D011F1CCCB32}" type="presOf" srcId="{587E65E4-1D8E-4456-B697-9569713104F4}" destId="{209A85D8-D08D-4A2A-BCF6-0C1F599FFE27}" srcOrd="0" destOrd="1" presId="urn:microsoft.com/office/officeart/2005/8/layout/process3"/>
    <dgm:cxn modelId="{3D17A090-41D5-40CB-A545-3605AC4AAB17}" type="presOf" srcId="{6BB3B8BE-3A6F-4361-989C-222E6753E86E}" destId="{8B3A8351-70A4-4B7E-8E7A-781CCC5C4C75}" srcOrd="1" destOrd="0" presId="urn:microsoft.com/office/officeart/2005/8/layout/process3"/>
    <dgm:cxn modelId="{84BD56AE-7EFD-4683-81AD-2D2EBFCDE313}" type="presOf" srcId="{77795546-86E1-4156-B610-F8FC6F985E30}" destId="{8623CB53-91D2-4654-AB86-D07F75753526}" srcOrd="0" destOrd="0" presId="urn:microsoft.com/office/officeart/2005/8/layout/process3"/>
    <dgm:cxn modelId="{DA9290B0-20C8-451A-8C25-6B8325892014}" srcId="{EB15E445-98FC-4F52-B304-6779D6FEB27A}" destId="{6BB3B8BE-3A6F-4361-989C-222E6753E86E}" srcOrd="2" destOrd="0" parTransId="{BCFCE98B-4E23-4D79-A94C-1366D18DA8C0}" sibTransId="{B39F45E0-5221-4994-BA8D-A6860A38D373}"/>
    <dgm:cxn modelId="{B04F09BD-7330-4F64-BA95-1A9B52E66598}" srcId="{CF9EEDD6-482D-45BD-B1DE-8C6D4B08B508}" destId="{587E65E4-1D8E-4456-B697-9569713104F4}" srcOrd="1" destOrd="0" parTransId="{A0812992-152F-4754-9FB2-7C2759813820}" sibTransId="{9A808343-E18B-49BF-9BB3-8E93F405F6FC}"/>
    <dgm:cxn modelId="{8A72F1D7-8215-4734-9A2D-DCCAB7B4216E}" type="presOf" srcId="{6BB3B8BE-3A6F-4361-989C-222E6753E86E}" destId="{905A99DC-FCF0-4C5C-A8BF-ACEA025F9199}" srcOrd="0" destOrd="0" presId="urn:microsoft.com/office/officeart/2005/8/layout/process3"/>
    <dgm:cxn modelId="{3253B8D9-AFB2-48E5-8A9D-A457927265AD}" type="presOf" srcId="{CF9EEDD6-482D-45BD-B1DE-8C6D4B08B508}" destId="{BDE1C61C-9352-46CA-A468-2FC16BB5FA12}" srcOrd="0" destOrd="0" presId="urn:microsoft.com/office/officeart/2005/8/layout/process3"/>
    <dgm:cxn modelId="{89D329DC-BA5A-49A4-A5CF-965EDB3FB49E}" srcId="{2312609B-140B-4644-ADEE-6112CD5E954B}" destId="{07478B0F-2520-42F2-B3EF-FEA04BD09B1E}" srcOrd="0" destOrd="0" parTransId="{290E3484-5883-4F23-9942-F10FB75D2787}" sibTransId="{791D599E-D998-475F-9C10-1B15592058CA}"/>
    <dgm:cxn modelId="{4F0BDFDC-A882-452A-8BC0-C7BE8C426922}" type="presOf" srcId="{0037874D-C131-4A9F-864A-B2B593BB0884}" destId="{209A85D8-D08D-4A2A-BCF6-0C1F599FFE27}" srcOrd="0" destOrd="0" presId="urn:microsoft.com/office/officeart/2005/8/layout/process3"/>
    <dgm:cxn modelId="{4296AFF2-E9AB-4B0C-9AD1-BACACBC11286}" srcId="{CF9EEDD6-482D-45BD-B1DE-8C6D4B08B508}" destId="{0037874D-C131-4A9F-864A-B2B593BB0884}" srcOrd="0" destOrd="0" parTransId="{A2536F4B-9957-4DC5-8817-3E15F5ACF721}" sibTransId="{67F4A26B-9DF5-4253-9BDE-1620D608CEAC}"/>
    <dgm:cxn modelId="{C01DAEFC-2C78-4001-B706-7BA255857E51}" type="presOf" srcId="{8B6CD2BA-65AC-4592-B6FC-8DEF5176069F}" destId="{A1730E9E-2D85-4DFF-8A25-102AB1D38DE2}" srcOrd="1" destOrd="0" presId="urn:microsoft.com/office/officeart/2005/8/layout/process3"/>
    <dgm:cxn modelId="{A86A354B-3A31-4DA3-AE84-1290ECA06247}" type="presParOf" srcId="{697B6681-BDB4-40D9-AA8B-97B5A3B4846B}" destId="{A4766EF9-286C-4D76-AE10-8A9D96FF6400}" srcOrd="0" destOrd="0" presId="urn:microsoft.com/office/officeart/2005/8/layout/process3"/>
    <dgm:cxn modelId="{E10D8160-993D-4D3C-8193-A8F31C23374A}" type="presParOf" srcId="{A4766EF9-286C-4D76-AE10-8A9D96FF6400}" destId="{3108F112-ADE8-44BF-A2DD-3434D11A0D7D}" srcOrd="0" destOrd="0" presId="urn:microsoft.com/office/officeart/2005/8/layout/process3"/>
    <dgm:cxn modelId="{42BB29B1-9BE0-4C4D-82C3-91039A54D4AC}" type="presParOf" srcId="{A4766EF9-286C-4D76-AE10-8A9D96FF6400}" destId="{49C66B24-61F5-48EA-A696-160440E7C4C4}" srcOrd="1" destOrd="0" presId="urn:microsoft.com/office/officeart/2005/8/layout/process3"/>
    <dgm:cxn modelId="{D0EE09AE-FABA-4E8D-8F3A-5ED4010EFE48}" type="presParOf" srcId="{A4766EF9-286C-4D76-AE10-8A9D96FF6400}" destId="{273F11AD-7C65-48FC-A43D-24EE40DDFE93}" srcOrd="2" destOrd="0" presId="urn:microsoft.com/office/officeart/2005/8/layout/process3"/>
    <dgm:cxn modelId="{337546A7-17A8-4200-8253-8C5EDECE2B43}" type="presParOf" srcId="{697B6681-BDB4-40D9-AA8B-97B5A3B4846B}" destId="{6B3A2A24-2431-4D24-98F6-C55D19D14F01}" srcOrd="1" destOrd="0" presId="urn:microsoft.com/office/officeart/2005/8/layout/process3"/>
    <dgm:cxn modelId="{2B2CBA7A-EAAF-4EF3-9BC5-85CE3CF60AA9}" type="presParOf" srcId="{6B3A2A24-2431-4D24-98F6-C55D19D14F01}" destId="{A1730E9E-2D85-4DFF-8A25-102AB1D38DE2}" srcOrd="0" destOrd="0" presId="urn:microsoft.com/office/officeart/2005/8/layout/process3"/>
    <dgm:cxn modelId="{EEFBD27F-CDCD-4336-BA16-BB7A0BC6FD3E}" type="presParOf" srcId="{697B6681-BDB4-40D9-AA8B-97B5A3B4846B}" destId="{54758BD2-44A4-47A6-9496-E91720629539}" srcOrd="2" destOrd="0" presId="urn:microsoft.com/office/officeart/2005/8/layout/process3"/>
    <dgm:cxn modelId="{5AF85936-1F2B-4D58-A1BD-3DB74345F64E}" type="presParOf" srcId="{54758BD2-44A4-47A6-9496-E91720629539}" destId="{BDE1C61C-9352-46CA-A468-2FC16BB5FA12}" srcOrd="0" destOrd="0" presId="urn:microsoft.com/office/officeart/2005/8/layout/process3"/>
    <dgm:cxn modelId="{7EBF1977-7FF0-4D8D-8133-2AB5EB7416CD}" type="presParOf" srcId="{54758BD2-44A4-47A6-9496-E91720629539}" destId="{BA4ECEC4-35EA-468B-9126-6FE0FBE2EAC1}" srcOrd="1" destOrd="0" presId="urn:microsoft.com/office/officeart/2005/8/layout/process3"/>
    <dgm:cxn modelId="{370B839E-1C63-46BA-A276-C926DD44161A}" type="presParOf" srcId="{54758BD2-44A4-47A6-9496-E91720629539}" destId="{209A85D8-D08D-4A2A-BCF6-0C1F599FFE27}" srcOrd="2" destOrd="0" presId="urn:microsoft.com/office/officeart/2005/8/layout/process3"/>
    <dgm:cxn modelId="{3B0EACCB-CF18-4AE4-AD79-4C4766D21E83}" type="presParOf" srcId="{697B6681-BDB4-40D9-AA8B-97B5A3B4846B}" destId="{8623CB53-91D2-4654-AB86-D07F75753526}" srcOrd="3" destOrd="0" presId="urn:microsoft.com/office/officeart/2005/8/layout/process3"/>
    <dgm:cxn modelId="{CA8C75F6-979E-4791-A649-4943D6DC754E}" type="presParOf" srcId="{8623CB53-91D2-4654-AB86-D07F75753526}" destId="{BAB5AE6D-AABC-432D-AF07-4AF1056FAEE0}" srcOrd="0" destOrd="0" presId="urn:microsoft.com/office/officeart/2005/8/layout/process3"/>
    <dgm:cxn modelId="{7D28AB42-9664-4E55-943E-67EDE3744A38}" type="presParOf" srcId="{697B6681-BDB4-40D9-AA8B-97B5A3B4846B}" destId="{ED18D74F-3E05-4A73-8989-E91D10AAB41F}" srcOrd="4" destOrd="0" presId="urn:microsoft.com/office/officeart/2005/8/layout/process3"/>
    <dgm:cxn modelId="{B93BE449-FFDD-406D-9108-E53C339A438C}" type="presParOf" srcId="{ED18D74F-3E05-4A73-8989-E91D10AAB41F}" destId="{905A99DC-FCF0-4C5C-A8BF-ACEA025F9199}" srcOrd="0" destOrd="0" presId="urn:microsoft.com/office/officeart/2005/8/layout/process3"/>
    <dgm:cxn modelId="{6415A49B-550C-43BC-BA7B-5A77B3B5F3DE}" type="presParOf" srcId="{ED18D74F-3E05-4A73-8989-E91D10AAB41F}" destId="{8B3A8351-70A4-4B7E-8E7A-781CCC5C4C75}" srcOrd="1" destOrd="0" presId="urn:microsoft.com/office/officeart/2005/8/layout/process3"/>
    <dgm:cxn modelId="{1DC62338-E97F-41DE-93CB-CAEE7F64C6D8}" type="presParOf" srcId="{ED18D74F-3E05-4A73-8989-E91D10AAB41F}" destId="{E1BE10FF-74D9-4034-9F35-564FCCBD4045}" srcOrd="2" destOrd="0" presId="urn:microsoft.com/office/officeart/2005/8/layout/process3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EB15E445-98FC-4F52-B304-6779D6FEB27A}" type="doc">
      <dgm:prSet loTypeId="urn:microsoft.com/office/officeart/2005/8/layout/process3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697B6681-BDB4-40D9-AA8B-97B5A3B4846B}" type="pres">
      <dgm:prSet presAssocID="{EB15E445-98FC-4F52-B304-6779D6FEB27A}" presName="linearFlow" presStyleCnt="0">
        <dgm:presLayoutVars>
          <dgm:dir/>
          <dgm:animLvl val="lvl"/>
          <dgm:resizeHandles val="exact"/>
        </dgm:presLayoutVars>
      </dgm:prSet>
      <dgm:spPr/>
    </dgm:pt>
  </dgm:ptLst>
  <dgm:cxnLst>
    <dgm:cxn modelId="{FC966A33-45B8-42E3-83E9-6648016CBB97}" type="presOf" srcId="{EB15E445-98FC-4F52-B304-6779D6FEB27A}" destId="{697B6681-BDB4-40D9-AA8B-97B5A3B4846B}" srcOrd="0" destOrd="0" presId="urn:microsoft.com/office/officeart/2005/8/layout/process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17A1670A-87AB-448F-A409-13D6E8A6527B}" type="doc">
      <dgm:prSet loTypeId="urn:microsoft.com/office/officeart/2005/8/layout/hList7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AECEDDDA-C345-4306-8062-D4268EFDCF8D}">
      <dgm:prSet phldrT="[Text]" custT="1"/>
      <dgm:spPr>
        <a:solidFill>
          <a:srgbClr val="A9D7BB"/>
        </a:solidFill>
      </dgm:spPr>
      <dgm:t>
        <a:bodyPr/>
        <a:lstStyle/>
        <a:p>
          <a:pPr>
            <a:buNone/>
          </a:pPr>
          <a:r>
            <a:rPr lang="en-US" sz="1600" b="0" dirty="0" err="1">
              <a:solidFill>
                <a:schemeClr val="tx1"/>
              </a:solidFill>
              <a:latin typeface="Adani Regular" panose="02000503000000020004" pitchFamily="2" charset="0"/>
            </a:rPr>
            <a:t>Mediapipe</a:t>
          </a:r>
          <a:endParaRPr lang="en-US" sz="1600" b="0" dirty="0">
            <a:solidFill>
              <a:schemeClr val="tx1"/>
            </a:solidFill>
            <a:latin typeface="Adani Regular" panose="02000503000000020004" pitchFamily="2" charset="0"/>
          </a:endParaRPr>
        </a:p>
        <a:p>
          <a:pPr>
            <a:buNone/>
          </a:pPr>
          <a:r>
            <a:rPr lang="en-US" sz="1600" b="0" dirty="0">
              <a:solidFill>
                <a:schemeClr val="tx1"/>
              </a:solidFill>
              <a:latin typeface="Adani Regular" panose="02000503000000020004" pitchFamily="2" charset="0"/>
            </a:rPr>
            <a:t>Used for face, eye, and mouth tracking</a:t>
          </a:r>
        </a:p>
        <a:p>
          <a:pPr>
            <a:buNone/>
          </a:pPr>
          <a:r>
            <a:rPr lang="en-IN" sz="1600" b="0" dirty="0">
              <a:solidFill>
                <a:schemeClr val="tx1"/>
              </a:solidFill>
              <a:latin typeface="Adani Regular" panose="02000503000000020004" pitchFamily="2" charset="0"/>
            </a:rPr>
            <a:t>- Fast and lightweight</a:t>
          </a:r>
        </a:p>
        <a:p>
          <a:pPr>
            <a:buNone/>
          </a:pPr>
          <a:r>
            <a:rPr lang="en-IN" sz="1600" b="0" dirty="0">
              <a:solidFill>
                <a:schemeClr val="tx1"/>
              </a:solidFill>
              <a:latin typeface="Adani Regular" panose="02000503000000020004" pitchFamily="2" charset="0"/>
            </a:rPr>
            <a:t>- Works well in real-time</a:t>
          </a:r>
        </a:p>
      </dgm:t>
    </dgm:pt>
    <dgm:pt modelId="{FE778B41-B545-41E5-8EFA-8B77A90AE185}" type="parTrans" cxnId="{AFBAE86C-2664-4C4B-BA4A-6D9E301441E8}">
      <dgm:prSet/>
      <dgm:spPr/>
      <dgm:t>
        <a:bodyPr/>
        <a:lstStyle/>
        <a:p>
          <a:endParaRPr lang="en-IN"/>
        </a:p>
      </dgm:t>
    </dgm:pt>
    <dgm:pt modelId="{A3E10D33-C81F-442E-994A-C27C351813F4}" type="sibTrans" cxnId="{AFBAE86C-2664-4C4B-BA4A-6D9E301441E8}">
      <dgm:prSet/>
      <dgm:spPr/>
      <dgm:t>
        <a:bodyPr/>
        <a:lstStyle/>
        <a:p>
          <a:endParaRPr lang="en-IN"/>
        </a:p>
      </dgm:t>
    </dgm:pt>
    <dgm:pt modelId="{D3A73C95-DC03-4032-A716-DED5CA7C8C6B}">
      <dgm:prSet phldrT="[Text]" custT="1"/>
      <dgm:spPr>
        <a:solidFill>
          <a:srgbClr val="A9D7BB"/>
        </a:solidFill>
      </dgm:spPr>
      <dgm:t>
        <a:bodyPr/>
        <a:lstStyle/>
        <a:p>
          <a:pPr>
            <a:buNone/>
          </a:pPr>
          <a:r>
            <a:rPr lang="en-IN" sz="1600" b="0" dirty="0">
              <a:solidFill>
                <a:schemeClr val="tx1"/>
              </a:solidFill>
              <a:latin typeface="Adani Regular" panose="02000503000000020004" pitchFamily="2" charset="0"/>
            </a:rPr>
            <a:t>Yolov8</a:t>
          </a:r>
        </a:p>
        <a:p>
          <a:pPr>
            <a:buNone/>
          </a:pPr>
          <a:r>
            <a:rPr lang="en-IN" sz="1600" b="0" dirty="0">
              <a:solidFill>
                <a:schemeClr val="tx1"/>
              </a:solidFill>
              <a:latin typeface="Adani Regular" panose="02000503000000020004" pitchFamily="2" charset="0"/>
            </a:rPr>
            <a:t>Used for phone detection</a:t>
          </a:r>
        </a:p>
        <a:p>
          <a:pPr>
            <a:buNone/>
          </a:pPr>
          <a:r>
            <a:rPr lang="en-IN" sz="1600" b="0" dirty="0">
              <a:solidFill>
                <a:schemeClr val="tx1"/>
              </a:solidFill>
              <a:latin typeface="Adani Regular" panose="02000503000000020004" pitchFamily="2" charset="0"/>
            </a:rPr>
            <a:t>- High accuracy object detection</a:t>
          </a:r>
        </a:p>
        <a:p>
          <a:pPr>
            <a:buNone/>
          </a:pPr>
          <a:r>
            <a:rPr lang="en-IN" sz="1600" b="0" dirty="0">
              <a:solidFill>
                <a:schemeClr val="tx1"/>
              </a:solidFill>
              <a:latin typeface="Adani Regular" panose="02000503000000020004" pitchFamily="2" charset="0"/>
            </a:rPr>
            <a:t>Detects small objects like mobile phones</a:t>
          </a:r>
        </a:p>
      </dgm:t>
    </dgm:pt>
    <dgm:pt modelId="{F42F429C-F0B4-4C4A-94CD-C326D50DF3EC}" type="parTrans" cxnId="{088BB5D1-C611-47FA-9547-806FD7D71066}">
      <dgm:prSet/>
      <dgm:spPr/>
      <dgm:t>
        <a:bodyPr/>
        <a:lstStyle/>
        <a:p>
          <a:endParaRPr lang="en-IN"/>
        </a:p>
      </dgm:t>
    </dgm:pt>
    <dgm:pt modelId="{77DE2DBC-C396-40FD-909F-E188DAFB716E}" type="sibTrans" cxnId="{088BB5D1-C611-47FA-9547-806FD7D71066}">
      <dgm:prSet/>
      <dgm:spPr/>
      <dgm:t>
        <a:bodyPr/>
        <a:lstStyle/>
        <a:p>
          <a:endParaRPr lang="en-IN"/>
        </a:p>
      </dgm:t>
    </dgm:pt>
    <dgm:pt modelId="{E9F0308E-722B-4FAB-A3C5-7C770B8A95DC}">
      <dgm:prSet phldrT="[Text]" phldr="0" custT="1"/>
      <dgm:spPr>
        <a:solidFill>
          <a:srgbClr val="A9D7BB"/>
        </a:solidFill>
      </dgm:spPr>
      <dgm:t>
        <a:bodyPr/>
        <a:lstStyle/>
        <a:p>
          <a:r>
            <a:rPr lang="en-US" sz="1600" dirty="0">
              <a:solidFill>
                <a:schemeClr val="tx1"/>
              </a:solidFill>
            </a:rPr>
            <a:t>Numpy</a:t>
          </a:r>
        </a:p>
        <a:p>
          <a:r>
            <a:rPr lang="en-US" sz="1600" dirty="0">
              <a:solidFill>
                <a:schemeClr val="tx1"/>
              </a:solidFill>
            </a:rPr>
            <a:t>Used for calculations EAR, MAR, angles</a:t>
          </a:r>
        </a:p>
        <a:p>
          <a:r>
            <a:rPr lang="en-US" sz="1600" dirty="0">
              <a:solidFill>
                <a:schemeClr val="tx1"/>
              </a:solidFill>
            </a:rPr>
            <a:t>-Fast numerical computations</a:t>
          </a:r>
        </a:p>
      </dgm:t>
    </dgm:pt>
    <dgm:pt modelId="{4C47E649-5FBC-484E-91C2-AA210B12EF6F}" type="parTrans" cxnId="{748DB657-71E5-49DE-8FDE-89FA87EE6C4E}">
      <dgm:prSet/>
      <dgm:spPr/>
      <dgm:t>
        <a:bodyPr/>
        <a:lstStyle/>
        <a:p>
          <a:endParaRPr lang="en-IN"/>
        </a:p>
      </dgm:t>
    </dgm:pt>
    <dgm:pt modelId="{007EC705-4614-469D-9FD6-218E063A5206}" type="sibTrans" cxnId="{748DB657-71E5-49DE-8FDE-89FA87EE6C4E}">
      <dgm:prSet/>
      <dgm:spPr/>
      <dgm:t>
        <a:bodyPr/>
        <a:lstStyle/>
        <a:p>
          <a:endParaRPr lang="en-IN"/>
        </a:p>
      </dgm:t>
    </dgm:pt>
    <dgm:pt modelId="{FD47C006-07A5-43BE-9C7B-D0491453DBF1}">
      <dgm:prSet custT="1"/>
      <dgm:spPr>
        <a:solidFill>
          <a:srgbClr val="A9D7BB"/>
        </a:solidFill>
      </dgm:spPr>
      <dgm:t>
        <a:bodyPr/>
        <a:lstStyle/>
        <a:p>
          <a:pPr>
            <a:buNone/>
          </a:pPr>
          <a:r>
            <a:rPr lang="en-US" sz="1600" b="0" dirty="0" err="1">
              <a:solidFill>
                <a:schemeClr val="tx1"/>
              </a:solidFill>
            </a:rPr>
            <a:t>Solvepnp</a:t>
          </a:r>
          <a:endParaRPr lang="en-US" sz="1600" b="0" dirty="0">
            <a:solidFill>
              <a:schemeClr val="tx1"/>
            </a:solidFill>
          </a:endParaRPr>
        </a:p>
        <a:p>
          <a:pPr>
            <a:buNone/>
          </a:pPr>
          <a:r>
            <a:rPr lang="en-US" sz="1600" b="0" dirty="0">
              <a:solidFill>
                <a:schemeClr val="tx1"/>
              </a:solidFill>
            </a:rPr>
            <a:t>Used to detect where driver is looking</a:t>
          </a:r>
        </a:p>
        <a:p>
          <a:pPr>
            <a:buNone/>
          </a:pPr>
          <a:r>
            <a:rPr lang="en-IN" sz="1600" b="0" dirty="0">
              <a:solidFill>
                <a:schemeClr val="tx1"/>
              </a:solidFill>
            </a:rPr>
            <a:t>- Helps identify attention level.</a:t>
          </a:r>
        </a:p>
      </dgm:t>
    </dgm:pt>
    <dgm:pt modelId="{4D4E8D13-D9DE-46E5-B4A7-520304AAD9CE}" type="parTrans" cxnId="{773F2BAD-5880-4893-8781-780074D06067}">
      <dgm:prSet/>
      <dgm:spPr/>
      <dgm:t>
        <a:bodyPr/>
        <a:lstStyle/>
        <a:p>
          <a:endParaRPr lang="en-IN"/>
        </a:p>
      </dgm:t>
    </dgm:pt>
    <dgm:pt modelId="{972F298C-B373-4C73-BC46-FC281BAB298B}" type="sibTrans" cxnId="{773F2BAD-5880-4893-8781-780074D06067}">
      <dgm:prSet/>
      <dgm:spPr/>
      <dgm:t>
        <a:bodyPr/>
        <a:lstStyle/>
        <a:p>
          <a:endParaRPr lang="en-IN"/>
        </a:p>
      </dgm:t>
    </dgm:pt>
    <dgm:pt modelId="{2EF203CA-471D-4AEF-9E96-823C2009D8EA}">
      <dgm:prSet custT="1"/>
      <dgm:spPr>
        <a:solidFill>
          <a:srgbClr val="A9D7BB"/>
        </a:solidFill>
      </dgm:spPr>
      <dgm:t>
        <a:bodyPr/>
        <a:lstStyle/>
        <a:p>
          <a:r>
            <a:rPr lang="en-US" sz="1600" dirty="0">
              <a:solidFill>
                <a:schemeClr val="tx1"/>
              </a:solidFill>
            </a:rPr>
            <a:t>OpenCV</a:t>
          </a:r>
        </a:p>
        <a:p>
          <a:r>
            <a:rPr lang="en-US" sz="1600" dirty="0">
              <a:solidFill>
                <a:schemeClr val="tx1"/>
              </a:solidFill>
            </a:rPr>
            <a:t>Used for  video processing</a:t>
          </a:r>
        </a:p>
        <a:p>
          <a:r>
            <a:rPr lang="en-IN" sz="1600" dirty="0">
              <a:solidFill>
                <a:schemeClr val="tx1"/>
              </a:solidFill>
            </a:rPr>
            <a:t>- Captures frames from camera</a:t>
          </a:r>
        </a:p>
        <a:p>
          <a:r>
            <a:rPr lang="en-IN" sz="1600" dirty="0">
              <a:solidFill>
                <a:schemeClr val="tx1"/>
              </a:solidFill>
            </a:rPr>
            <a:t>- Handles image operations </a:t>
          </a:r>
        </a:p>
      </dgm:t>
    </dgm:pt>
    <dgm:pt modelId="{5573E9BB-006D-4E28-A134-DA4EE1D0140D}" type="sibTrans" cxnId="{0B19DCC4-140F-4AD7-B052-694EA65B9CBC}">
      <dgm:prSet/>
      <dgm:spPr/>
      <dgm:t>
        <a:bodyPr/>
        <a:lstStyle/>
        <a:p>
          <a:endParaRPr lang="en-IN"/>
        </a:p>
      </dgm:t>
    </dgm:pt>
    <dgm:pt modelId="{2DFEA52F-B857-4FEA-B0E4-3B9600CF3A3B}" type="parTrans" cxnId="{0B19DCC4-140F-4AD7-B052-694EA65B9CBC}">
      <dgm:prSet/>
      <dgm:spPr/>
      <dgm:t>
        <a:bodyPr/>
        <a:lstStyle/>
        <a:p>
          <a:endParaRPr lang="en-IN"/>
        </a:p>
      </dgm:t>
    </dgm:pt>
    <dgm:pt modelId="{10C61AF4-94A0-46CB-B87E-A9D6F15CF462}" type="pres">
      <dgm:prSet presAssocID="{17A1670A-87AB-448F-A409-13D6E8A6527B}" presName="Name0" presStyleCnt="0">
        <dgm:presLayoutVars>
          <dgm:dir/>
          <dgm:resizeHandles val="exact"/>
        </dgm:presLayoutVars>
      </dgm:prSet>
      <dgm:spPr/>
    </dgm:pt>
    <dgm:pt modelId="{BFE4118E-DC24-4770-B53E-260C18F4145B}" type="pres">
      <dgm:prSet presAssocID="{17A1670A-87AB-448F-A409-13D6E8A6527B}" presName="fgShape" presStyleLbl="fgShp" presStyleIdx="0" presStyleCnt="1" custLinFactNeighborX="0" custLinFactNeighborY="27110"/>
      <dgm:spPr/>
    </dgm:pt>
    <dgm:pt modelId="{4A1A9A7A-8F88-4125-BFC1-9B712A3B3002}" type="pres">
      <dgm:prSet presAssocID="{17A1670A-87AB-448F-A409-13D6E8A6527B}" presName="linComp" presStyleCnt="0"/>
      <dgm:spPr/>
    </dgm:pt>
    <dgm:pt modelId="{99047E64-7416-4911-9FA1-4ADFFD9D8D95}" type="pres">
      <dgm:prSet presAssocID="{AECEDDDA-C345-4306-8062-D4268EFDCF8D}" presName="compNode" presStyleCnt="0"/>
      <dgm:spPr/>
    </dgm:pt>
    <dgm:pt modelId="{90CC35AD-7354-4089-AF91-9566C380E000}" type="pres">
      <dgm:prSet presAssocID="{AECEDDDA-C345-4306-8062-D4268EFDCF8D}" presName="bkgdShape" presStyleLbl="node1" presStyleIdx="0" presStyleCnt="5"/>
      <dgm:spPr/>
    </dgm:pt>
    <dgm:pt modelId="{3AE152EF-AA35-4350-9D9F-1575EA8F5273}" type="pres">
      <dgm:prSet presAssocID="{AECEDDDA-C345-4306-8062-D4268EFDCF8D}" presName="nodeTx" presStyleLbl="node1" presStyleIdx="0" presStyleCnt="5">
        <dgm:presLayoutVars>
          <dgm:bulletEnabled val="1"/>
        </dgm:presLayoutVars>
      </dgm:prSet>
      <dgm:spPr/>
    </dgm:pt>
    <dgm:pt modelId="{2D18329B-AE31-4E67-8D28-38471971F1EE}" type="pres">
      <dgm:prSet presAssocID="{AECEDDDA-C345-4306-8062-D4268EFDCF8D}" presName="invisiNode" presStyleLbl="node1" presStyleIdx="0" presStyleCnt="5"/>
      <dgm:spPr/>
    </dgm:pt>
    <dgm:pt modelId="{301261B9-735B-4221-8E2F-016431559F0C}" type="pres">
      <dgm:prSet presAssocID="{AECEDDDA-C345-4306-8062-D4268EFDCF8D}" presName="imagNode" presStyleLbl="fgImgPlace1" presStyleIdx="0" presStyleCnt="5" custScaleY="86763" custLinFactNeighborY="-11913"/>
      <dgm:spPr>
        <a:blipFill>
          <a:blip xmlns:r="http://schemas.openxmlformats.org/officeDocument/2006/relationships" r:embed="rId1"/>
          <a:srcRect/>
          <a:stretch>
            <a:fillRect/>
          </a:stretch>
        </a:blipFill>
      </dgm:spPr>
    </dgm:pt>
    <dgm:pt modelId="{06BE1CD6-B50E-4CA3-BB87-17C8D65FF8EC}" type="pres">
      <dgm:prSet presAssocID="{A3E10D33-C81F-442E-994A-C27C351813F4}" presName="sibTrans" presStyleLbl="sibTrans2D1" presStyleIdx="0" presStyleCnt="0"/>
      <dgm:spPr/>
    </dgm:pt>
    <dgm:pt modelId="{1C1CD237-A1C3-42AA-9B7C-0077FD21835F}" type="pres">
      <dgm:prSet presAssocID="{D3A73C95-DC03-4032-A716-DED5CA7C8C6B}" presName="compNode" presStyleCnt="0"/>
      <dgm:spPr/>
    </dgm:pt>
    <dgm:pt modelId="{3E66F879-91DF-4315-9116-B0C40B15C168}" type="pres">
      <dgm:prSet presAssocID="{D3A73C95-DC03-4032-A716-DED5CA7C8C6B}" presName="bkgdShape" presStyleLbl="node1" presStyleIdx="1" presStyleCnt="5"/>
      <dgm:spPr/>
    </dgm:pt>
    <dgm:pt modelId="{0F0A5962-94FF-455F-A393-E58C532DBF9D}" type="pres">
      <dgm:prSet presAssocID="{D3A73C95-DC03-4032-A716-DED5CA7C8C6B}" presName="nodeTx" presStyleLbl="node1" presStyleIdx="1" presStyleCnt="5">
        <dgm:presLayoutVars>
          <dgm:bulletEnabled val="1"/>
        </dgm:presLayoutVars>
      </dgm:prSet>
      <dgm:spPr/>
    </dgm:pt>
    <dgm:pt modelId="{32BF059B-BB34-4C47-A9AA-D1F68B43DB49}" type="pres">
      <dgm:prSet presAssocID="{D3A73C95-DC03-4032-A716-DED5CA7C8C6B}" presName="invisiNode" presStyleLbl="node1" presStyleIdx="1" presStyleCnt="5"/>
      <dgm:spPr/>
    </dgm:pt>
    <dgm:pt modelId="{A013E166-3E09-4BA5-A2F6-6433857FB542}" type="pres">
      <dgm:prSet presAssocID="{D3A73C95-DC03-4032-A716-DED5CA7C8C6B}" presName="imagNode" presStyleLbl="fgImgPlace1" presStyleIdx="1" presStyleCnt="5" custScaleY="88696" custLinFactNeighborX="-644" custLinFactNeighborY="-12879"/>
      <dgm:spPr>
        <a:blipFill>
          <a:blip xmlns:r="http://schemas.openxmlformats.org/officeDocument/2006/relationships" r:embed="rId2"/>
          <a:srcRect/>
          <a:stretch>
            <a:fillRect/>
          </a:stretch>
        </a:blipFill>
      </dgm:spPr>
    </dgm:pt>
    <dgm:pt modelId="{4DD730CC-AD06-4382-B586-A7930128EA2E}" type="pres">
      <dgm:prSet presAssocID="{77DE2DBC-C396-40FD-909F-E188DAFB716E}" presName="sibTrans" presStyleLbl="sibTrans2D1" presStyleIdx="0" presStyleCnt="0"/>
      <dgm:spPr/>
    </dgm:pt>
    <dgm:pt modelId="{21859C3F-F9D8-4724-AC1B-91567145225B}" type="pres">
      <dgm:prSet presAssocID="{2EF203CA-471D-4AEF-9E96-823C2009D8EA}" presName="compNode" presStyleCnt="0"/>
      <dgm:spPr/>
    </dgm:pt>
    <dgm:pt modelId="{5AFE4833-87B3-411F-A7A1-D9FADFBB29CE}" type="pres">
      <dgm:prSet presAssocID="{2EF203CA-471D-4AEF-9E96-823C2009D8EA}" presName="bkgdShape" presStyleLbl="node1" presStyleIdx="2" presStyleCnt="5"/>
      <dgm:spPr/>
    </dgm:pt>
    <dgm:pt modelId="{93821217-35DC-4ECE-95D6-9D7C409F53BE}" type="pres">
      <dgm:prSet presAssocID="{2EF203CA-471D-4AEF-9E96-823C2009D8EA}" presName="nodeTx" presStyleLbl="node1" presStyleIdx="2" presStyleCnt="5">
        <dgm:presLayoutVars>
          <dgm:bulletEnabled val="1"/>
        </dgm:presLayoutVars>
      </dgm:prSet>
      <dgm:spPr/>
    </dgm:pt>
    <dgm:pt modelId="{DB29BF70-CBE8-4208-AE4A-6AB0FD8713AA}" type="pres">
      <dgm:prSet presAssocID="{2EF203CA-471D-4AEF-9E96-823C2009D8EA}" presName="invisiNode" presStyleLbl="node1" presStyleIdx="2" presStyleCnt="5"/>
      <dgm:spPr/>
    </dgm:pt>
    <dgm:pt modelId="{C4403A86-C5FF-45FB-A745-577DFB92635C}" type="pres">
      <dgm:prSet presAssocID="{2EF203CA-471D-4AEF-9E96-823C2009D8EA}" presName="imagNode" presStyleLbl="fgImgPlace1" presStyleIdx="2" presStyleCnt="5" custScaleY="77104" custLinFactNeighborX="-1288" custLinFactNeighborY="-16098"/>
      <dgm:spPr>
        <a:blipFill>
          <a:blip xmlns:r="http://schemas.openxmlformats.org/officeDocument/2006/relationships" r:embed="rId3"/>
          <a:srcRect/>
          <a:stretch>
            <a:fillRect t="-16000" b="-16000"/>
          </a:stretch>
        </a:blipFill>
      </dgm:spPr>
    </dgm:pt>
    <dgm:pt modelId="{3D72E528-70FD-44BF-BCAC-5CE578023DE4}" type="pres">
      <dgm:prSet presAssocID="{5573E9BB-006D-4E28-A134-DA4EE1D0140D}" presName="sibTrans" presStyleLbl="sibTrans2D1" presStyleIdx="0" presStyleCnt="0"/>
      <dgm:spPr/>
    </dgm:pt>
    <dgm:pt modelId="{75973717-527E-4A6A-AB90-3C061C61DE6E}" type="pres">
      <dgm:prSet presAssocID="{E9F0308E-722B-4FAB-A3C5-7C770B8A95DC}" presName="compNode" presStyleCnt="0"/>
      <dgm:spPr/>
    </dgm:pt>
    <dgm:pt modelId="{A7605DA8-F53E-4D22-9A8A-EDF9A604DD8A}" type="pres">
      <dgm:prSet presAssocID="{E9F0308E-722B-4FAB-A3C5-7C770B8A95DC}" presName="bkgdShape" presStyleLbl="node1" presStyleIdx="3" presStyleCnt="5"/>
      <dgm:spPr/>
    </dgm:pt>
    <dgm:pt modelId="{1A79E4BD-908E-4648-9380-A0170FCF4FDB}" type="pres">
      <dgm:prSet presAssocID="{E9F0308E-722B-4FAB-A3C5-7C770B8A95DC}" presName="nodeTx" presStyleLbl="node1" presStyleIdx="3" presStyleCnt="5">
        <dgm:presLayoutVars>
          <dgm:bulletEnabled val="1"/>
        </dgm:presLayoutVars>
      </dgm:prSet>
      <dgm:spPr/>
    </dgm:pt>
    <dgm:pt modelId="{FAFDA8BB-27A8-4017-868B-58B008A1FEF6}" type="pres">
      <dgm:prSet presAssocID="{E9F0308E-722B-4FAB-A3C5-7C770B8A95DC}" presName="invisiNode" presStyleLbl="node1" presStyleIdx="3" presStyleCnt="5"/>
      <dgm:spPr/>
    </dgm:pt>
    <dgm:pt modelId="{C8D8E261-E734-481A-B580-7CC0E77D2C9C}" type="pres">
      <dgm:prSet presAssocID="{E9F0308E-722B-4FAB-A3C5-7C770B8A95DC}" presName="imagNode" presStyleLbl="fgImgPlace1" presStyleIdx="3" presStyleCnt="5" custScaleY="79040" custLinFactNeighborY="-21894"/>
      <dgm:spPr>
        <a:blipFill>
          <a:blip xmlns:r="http://schemas.openxmlformats.org/officeDocument/2006/relationships" r:embed="rId4"/>
          <a:srcRect/>
          <a:stretch>
            <a:fillRect l="-39000" r="-39000"/>
          </a:stretch>
        </a:blipFill>
      </dgm:spPr>
    </dgm:pt>
    <dgm:pt modelId="{C99B471C-02BD-4629-BEB9-2DF193881850}" type="pres">
      <dgm:prSet presAssocID="{007EC705-4614-469D-9FD6-218E063A5206}" presName="sibTrans" presStyleLbl="sibTrans2D1" presStyleIdx="0" presStyleCnt="0"/>
      <dgm:spPr/>
    </dgm:pt>
    <dgm:pt modelId="{03434671-AA4D-41BC-AE3C-40043ADCDD28}" type="pres">
      <dgm:prSet presAssocID="{FD47C006-07A5-43BE-9C7B-D0491453DBF1}" presName="compNode" presStyleCnt="0"/>
      <dgm:spPr/>
    </dgm:pt>
    <dgm:pt modelId="{F5CF72DA-95B8-474D-8A41-39A5D7B25168}" type="pres">
      <dgm:prSet presAssocID="{FD47C006-07A5-43BE-9C7B-D0491453DBF1}" presName="bkgdShape" presStyleLbl="node1" presStyleIdx="4" presStyleCnt="5"/>
      <dgm:spPr/>
    </dgm:pt>
    <dgm:pt modelId="{E4FBCB94-CEC6-4AEB-8CA6-6C1DD944A238}" type="pres">
      <dgm:prSet presAssocID="{FD47C006-07A5-43BE-9C7B-D0491453DBF1}" presName="nodeTx" presStyleLbl="node1" presStyleIdx="4" presStyleCnt="5">
        <dgm:presLayoutVars>
          <dgm:bulletEnabled val="1"/>
        </dgm:presLayoutVars>
      </dgm:prSet>
      <dgm:spPr/>
    </dgm:pt>
    <dgm:pt modelId="{7E914F0C-2C83-4918-85E0-AB09CEF798E0}" type="pres">
      <dgm:prSet presAssocID="{FD47C006-07A5-43BE-9C7B-D0491453DBF1}" presName="invisiNode" presStyleLbl="node1" presStyleIdx="4" presStyleCnt="5"/>
      <dgm:spPr/>
    </dgm:pt>
    <dgm:pt modelId="{42F25E18-5868-4188-975E-C5EB97579650}" type="pres">
      <dgm:prSet presAssocID="{FD47C006-07A5-43BE-9C7B-D0491453DBF1}" presName="imagNode" presStyleLbl="fgImgPlace1" presStyleIdx="4" presStyleCnt="5" custScaleY="88387" custLinFactNeighborX="-4508" custLinFactNeighborY="-17232"/>
      <dgm:spPr>
        <a:blipFill>
          <a:blip xmlns:r="http://schemas.openxmlformats.org/officeDocument/2006/relationships" r:embed="rId5"/>
          <a:srcRect/>
          <a:stretch>
            <a:fillRect/>
          </a:stretch>
        </a:blipFill>
      </dgm:spPr>
    </dgm:pt>
  </dgm:ptLst>
  <dgm:cxnLst>
    <dgm:cxn modelId="{1965C801-8DA3-4C82-AD87-AFF4C7513CD0}" type="presOf" srcId="{77DE2DBC-C396-40FD-909F-E188DAFB716E}" destId="{4DD730CC-AD06-4382-B586-A7930128EA2E}" srcOrd="0" destOrd="0" presId="urn:microsoft.com/office/officeart/2005/8/layout/hList7"/>
    <dgm:cxn modelId="{876A4938-CFB3-4488-9D6B-B836B1A3D5D6}" type="presOf" srcId="{2EF203CA-471D-4AEF-9E96-823C2009D8EA}" destId="{93821217-35DC-4ECE-95D6-9D7C409F53BE}" srcOrd="1" destOrd="0" presId="urn:microsoft.com/office/officeart/2005/8/layout/hList7"/>
    <dgm:cxn modelId="{7A4B6F38-1D62-4B7F-AA32-C6E07333BB80}" type="presOf" srcId="{2EF203CA-471D-4AEF-9E96-823C2009D8EA}" destId="{5AFE4833-87B3-411F-A7A1-D9FADFBB29CE}" srcOrd="0" destOrd="0" presId="urn:microsoft.com/office/officeart/2005/8/layout/hList7"/>
    <dgm:cxn modelId="{AFBAE86C-2664-4C4B-BA4A-6D9E301441E8}" srcId="{17A1670A-87AB-448F-A409-13D6E8A6527B}" destId="{AECEDDDA-C345-4306-8062-D4268EFDCF8D}" srcOrd="0" destOrd="0" parTransId="{FE778B41-B545-41E5-8EFA-8B77A90AE185}" sibTransId="{A3E10D33-C81F-442E-994A-C27C351813F4}"/>
    <dgm:cxn modelId="{2F4C1B72-47C6-41A1-A187-D7A72362423F}" type="presOf" srcId="{E9F0308E-722B-4FAB-A3C5-7C770B8A95DC}" destId="{A7605DA8-F53E-4D22-9A8A-EDF9A604DD8A}" srcOrd="0" destOrd="0" presId="urn:microsoft.com/office/officeart/2005/8/layout/hList7"/>
    <dgm:cxn modelId="{748DB657-71E5-49DE-8FDE-89FA87EE6C4E}" srcId="{17A1670A-87AB-448F-A409-13D6E8A6527B}" destId="{E9F0308E-722B-4FAB-A3C5-7C770B8A95DC}" srcOrd="3" destOrd="0" parTransId="{4C47E649-5FBC-484E-91C2-AA210B12EF6F}" sibTransId="{007EC705-4614-469D-9FD6-218E063A5206}"/>
    <dgm:cxn modelId="{8FD78D5A-92CF-4F03-BC6C-9CD897040345}" type="presOf" srcId="{D3A73C95-DC03-4032-A716-DED5CA7C8C6B}" destId="{3E66F879-91DF-4315-9116-B0C40B15C168}" srcOrd="0" destOrd="0" presId="urn:microsoft.com/office/officeart/2005/8/layout/hList7"/>
    <dgm:cxn modelId="{76F28684-9750-43F5-AF86-BABEE36C8BCB}" type="presOf" srcId="{A3E10D33-C81F-442E-994A-C27C351813F4}" destId="{06BE1CD6-B50E-4CA3-BB87-17C8D65FF8EC}" srcOrd="0" destOrd="0" presId="urn:microsoft.com/office/officeart/2005/8/layout/hList7"/>
    <dgm:cxn modelId="{7CE2039B-BFE1-4ADD-8B20-9ED13DA8F79D}" type="presOf" srcId="{AECEDDDA-C345-4306-8062-D4268EFDCF8D}" destId="{90CC35AD-7354-4089-AF91-9566C380E000}" srcOrd="0" destOrd="0" presId="urn:microsoft.com/office/officeart/2005/8/layout/hList7"/>
    <dgm:cxn modelId="{2D9A8DAC-FA44-45D5-9DC0-6AEE38B93679}" type="presOf" srcId="{E9F0308E-722B-4FAB-A3C5-7C770B8A95DC}" destId="{1A79E4BD-908E-4648-9380-A0170FCF4FDB}" srcOrd="1" destOrd="0" presId="urn:microsoft.com/office/officeart/2005/8/layout/hList7"/>
    <dgm:cxn modelId="{773F2BAD-5880-4893-8781-780074D06067}" srcId="{17A1670A-87AB-448F-A409-13D6E8A6527B}" destId="{FD47C006-07A5-43BE-9C7B-D0491453DBF1}" srcOrd="4" destOrd="0" parTransId="{4D4E8D13-D9DE-46E5-B4A7-520304AAD9CE}" sibTransId="{972F298C-B373-4C73-BC46-FC281BAB298B}"/>
    <dgm:cxn modelId="{732372C0-D5C3-4E4D-B105-FAFC2E9A62B3}" type="presOf" srcId="{007EC705-4614-469D-9FD6-218E063A5206}" destId="{C99B471C-02BD-4629-BEB9-2DF193881850}" srcOrd="0" destOrd="0" presId="urn:microsoft.com/office/officeart/2005/8/layout/hList7"/>
    <dgm:cxn modelId="{0B19DCC4-140F-4AD7-B052-694EA65B9CBC}" srcId="{17A1670A-87AB-448F-A409-13D6E8A6527B}" destId="{2EF203CA-471D-4AEF-9E96-823C2009D8EA}" srcOrd="2" destOrd="0" parTransId="{2DFEA52F-B857-4FEA-B0E4-3B9600CF3A3B}" sibTransId="{5573E9BB-006D-4E28-A134-DA4EE1D0140D}"/>
    <dgm:cxn modelId="{73DC0DC9-C349-4EC8-BCFC-D6A2EFB2CD5C}" type="presOf" srcId="{D3A73C95-DC03-4032-A716-DED5CA7C8C6B}" destId="{0F0A5962-94FF-455F-A393-E58C532DBF9D}" srcOrd="1" destOrd="0" presId="urn:microsoft.com/office/officeart/2005/8/layout/hList7"/>
    <dgm:cxn modelId="{A6A926C9-3B6C-4D26-87E7-0A37B0CED082}" type="presOf" srcId="{AECEDDDA-C345-4306-8062-D4268EFDCF8D}" destId="{3AE152EF-AA35-4350-9D9F-1575EA8F5273}" srcOrd="1" destOrd="0" presId="urn:microsoft.com/office/officeart/2005/8/layout/hList7"/>
    <dgm:cxn modelId="{088BB5D1-C611-47FA-9547-806FD7D71066}" srcId="{17A1670A-87AB-448F-A409-13D6E8A6527B}" destId="{D3A73C95-DC03-4032-A716-DED5CA7C8C6B}" srcOrd="1" destOrd="0" parTransId="{F42F429C-F0B4-4C4A-94CD-C326D50DF3EC}" sibTransId="{77DE2DBC-C396-40FD-909F-E188DAFB716E}"/>
    <dgm:cxn modelId="{ED038CEA-5DBB-4A2D-A673-96FC87BED47B}" type="presOf" srcId="{17A1670A-87AB-448F-A409-13D6E8A6527B}" destId="{10C61AF4-94A0-46CB-B87E-A9D6F15CF462}" srcOrd="0" destOrd="0" presId="urn:microsoft.com/office/officeart/2005/8/layout/hList7"/>
    <dgm:cxn modelId="{568D04F0-872D-4408-B8FC-B09E89E01A2F}" type="presOf" srcId="{FD47C006-07A5-43BE-9C7B-D0491453DBF1}" destId="{E4FBCB94-CEC6-4AEB-8CA6-6C1DD944A238}" srcOrd="1" destOrd="0" presId="urn:microsoft.com/office/officeart/2005/8/layout/hList7"/>
    <dgm:cxn modelId="{509F41F3-7B22-495C-B351-B5C2636A6BC0}" type="presOf" srcId="{FD47C006-07A5-43BE-9C7B-D0491453DBF1}" destId="{F5CF72DA-95B8-474D-8A41-39A5D7B25168}" srcOrd="0" destOrd="0" presId="urn:microsoft.com/office/officeart/2005/8/layout/hList7"/>
    <dgm:cxn modelId="{A1968DFF-61D6-457F-957D-CDC314D83A62}" type="presOf" srcId="{5573E9BB-006D-4E28-A134-DA4EE1D0140D}" destId="{3D72E528-70FD-44BF-BCAC-5CE578023DE4}" srcOrd="0" destOrd="0" presId="urn:microsoft.com/office/officeart/2005/8/layout/hList7"/>
    <dgm:cxn modelId="{1738FC75-7983-4E3E-BDAB-430A963B8D95}" type="presParOf" srcId="{10C61AF4-94A0-46CB-B87E-A9D6F15CF462}" destId="{BFE4118E-DC24-4770-B53E-260C18F4145B}" srcOrd="0" destOrd="0" presId="urn:microsoft.com/office/officeart/2005/8/layout/hList7"/>
    <dgm:cxn modelId="{622E3B3E-5D43-45A8-94D1-2CD012F2B3AD}" type="presParOf" srcId="{10C61AF4-94A0-46CB-B87E-A9D6F15CF462}" destId="{4A1A9A7A-8F88-4125-BFC1-9B712A3B3002}" srcOrd="1" destOrd="0" presId="urn:microsoft.com/office/officeart/2005/8/layout/hList7"/>
    <dgm:cxn modelId="{76F140F7-3F94-4018-A400-A016B741FA21}" type="presParOf" srcId="{4A1A9A7A-8F88-4125-BFC1-9B712A3B3002}" destId="{99047E64-7416-4911-9FA1-4ADFFD9D8D95}" srcOrd="0" destOrd="0" presId="urn:microsoft.com/office/officeart/2005/8/layout/hList7"/>
    <dgm:cxn modelId="{7BAED6C3-8594-444D-810C-78F628CD25E8}" type="presParOf" srcId="{99047E64-7416-4911-9FA1-4ADFFD9D8D95}" destId="{90CC35AD-7354-4089-AF91-9566C380E000}" srcOrd="0" destOrd="0" presId="urn:microsoft.com/office/officeart/2005/8/layout/hList7"/>
    <dgm:cxn modelId="{665A12B5-B548-45BE-BE16-CAB2B31AF046}" type="presParOf" srcId="{99047E64-7416-4911-9FA1-4ADFFD9D8D95}" destId="{3AE152EF-AA35-4350-9D9F-1575EA8F5273}" srcOrd="1" destOrd="0" presId="urn:microsoft.com/office/officeart/2005/8/layout/hList7"/>
    <dgm:cxn modelId="{51028087-56C1-474B-BE06-13CCE728A0AF}" type="presParOf" srcId="{99047E64-7416-4911-9FA1-4ADFFD9D8D95}" destId="{2D18329B-AE31-4E67-8D28-38471971F1EE}" srcOrd="2" destOrd="0" presId="urn:microsoft.com/office/officeart/2005/8/layout/hList7"/>
    <dgm:cxn modelId="{27671856-16F8-448D-B856-5D29735D37F5}" type="presParOf" srcId="{99047E64-7416-4911-9FA1-4ADFFD9D8D95}" destId="{301261B9-735B-4221-8E2F-016431559F0C}" srcOrd="3" destOrd="0" presId="urn:microsoft.com/office/officeart/2005/8/layout/hList7"/>
    <dgm:cxn modelId="{7F06EDDD-2EEB-4628-8F1F-3E0F355ECBE4}" type="presParOf" srcId="{4A1A9A7A-8F88-4125-BFC1-9B712A3B3002}" destId="{06BE1CD6-B50E-4CA3-BB87-17C8D65FF8EC}" srcOrd="1" destOrd="0" presId="urn:microsoft.com/office/officeart/2005/8/layout/hList7"/>
    <dgm:cxn modelId="{71C3B601-4FAC-4D9C-9347-0FE3D65D9F58}" type="presParOf" srcId="{4A1A9A7A-8F88-4125-BFC1-9B712A3B3002}" destId="{1C1CD237-A1C3-42AA-9B7C-0077FD21835F}" srcOrd="2" destOrd="0" presId="urn:microsoft.com/office/officeart/2005/8/layout/hList7"/>
    <dgm:cxn modelId="{B1E9A84F-5AB9-4136-9D94-4192B1218C02}" type="presParOf" srcId="{1C1CD237-A1C3-42AA-9B7C-0077FD21835F}" destId="{3E66F879-91DF-4315-9116-B0C40B15C168}" srcOrd="0" destOrd="0" presId="urn:microsoft.com/office/officeart/2005/8/layout/hList7"/>
    <dgm:cxn modelId="{ECE54BF5-9E60-4ED7-A799-DDB180BB13C9}" type="presParOf" srcId="{1C1CD237-A1C3-42AA-9B7C-0077FD21835F}" destId="{0F0A5962-94FF-455F-A393-E58C532DBF9D}" srcOrd="1" destOrd="0" presId="urn:microsoft.com/office/officeart/2005/8/layout/hList7"/>
    <dgm:cxn modelId="{E85C0E55-588E-4639-BF7D-B43E5918D78A}" type="presParOf" srcId="{1C1CD237-A1C3-42AA-9B7C-0077FD21835F}" destId="{32BF059B-BB34-4C47-A9AA-D1F68B43DB49}" srcOrd="2" destOrd="0" presId="urn:microsoft.com/office/officeart/2005/8/layout/hList7"/>
    <dgm:cxn modelId="{CAB3249F-C278-4E99-B3E7-ECCD7441A59F}" type="presParOf" srcId="{1C1CD237-A1C3-42AA-9B7C-0077FD21835F}" destId="{A013E166-3E09-4BA5-A2F6-6433857FB542}" srcOrd="3" destOrd="0" presId="urn:microsoft.com/office/officeart/2005/8/layout/hList7"/>
    <dgm:cxn modelId="{955EAACF-4E40-44DF-84E8-8D1E6FDCD317}" type="presParOf" srcId="{4A1A9A7A-8F88-4125-BFC1-9B712A3B3002}" destId="{4DD730CC-AD06-4382-B586-A7930128EA2E}" srcOrd="3" destOrd="0" presId="urn:microsoft.com/office/officeart/2005/8/layout/hList7"/>
    <dgm:cxn modelId="{533536EA-E6BD-424D-A5EB-5FBA7E006C07}" type="presParOf" srcId="{4A1A9A7A-8F88-4125-BFC1-9B712A3B3002}" destId="{21859C3F-F9D8-4724-AC1B-91567145225B}" srcOrd="4" destOrd="0" presId="urn:microsoft.com/office/officeart/2005/8/layout/hList7"/>
    <dgm:cxn modelId="{B4E41618-80F3-48C4-8116-84FD2872AD87}" type="presParOf" srcId="{21859C3F-F9D8-4724-AC1B-91567145225B}" destId="{5AFE4833-87B3-411F-A7A1-D9FADFBB29CE}" srcOrd="0" destOrd="0" presId="urn:microsoft.com/office/officeart/2005/8/layout/hList7"/>
    <dgm:cxn modelId="{CF4C9036-C166-4AAC-8D3E-06CEF77BDD5D}" type="presParOf" srcId="{21859C3F-F9D8-4724-AC1B-91567145225B}" destId="{93821217-35DC-4ECE-95D6-9D7C409F53BE}" srcOrd="1" destOrd="0" presId="urn:microsoft.com/office/officeart/2005/8/layout/hList7"/>
    <dgm:cxn modelId="{9DB11481-EFBB-4951-AE1E-D7F4DBFB4733}" type="presParOf" srcId="{21859C3F-F9D8-4724-AC1B-91567145225B}" destId="{DB29BF70-CBE8-4208-AE4A-6AB0FD8713AA}" srcOrd="2" destOrd="0" presId="urn:microsoft.com/office/officeart/2005/8/layout/hList7"/>
    <dgm:cxn modelId="{DD49D5F0-D84F-4215-B348-C3750FD316FA}" type="presParOf" srcId="{21859C3F-F9D8-4724-AC1B-91567145225B}" destId="{C4403A86-C5FF-45FB-A745-577DFB92635C}" srcOrd="3" destOrd="0" presId="urn:microsoft.com/office/officeart/2005/8/layout/hList7"/>
    <dgm:cxn modelId="{572F755A-D495-4525-BCB1-0A4487EDFFB1}" type="presParOf" srcId="{4A1A9A7A-8F88-4125-BFC1-9B712A3B3002}" destId="{3D72E528-70FD-44BF-BCAC-5CE578023DE4}" srcOrd="5" destOrd="0" presId="urn:microsoft.com/office/officeart/2005/8/layout/hList7"/>
    <dgm:cxn modelId="{9E774FD2-72FC-416C-9C60-B34DB7D25CBC}" type="presParOf" srcId="{4A1A9A7A-8F88-4125-BFC1-9B712A3B3002}" destId="{75973717-527E-4A6A-AB90-3C061C61DE6E}" srcOrd="6" destOrd="0" presId="urn:microsoft.com/office/officeart/2005/8/layout/hList7"/>
    <dgm:cxn modelId="{D1AA250F-8E78-40DA-9D78-E1ACB301CFD2}" type="presParOf" srcId="{75973717-527E-4A6A-AB90-3C061C61DE6E}" destId="{A7605DA8-F53E-4D22-9A8A-EDF9A604DD8A}" srcOrd="0" destOrd="0" presId="urn:microsoft.com/office/officeart/2005/8/layout/hList7"/>
    <dgm:cxn modelId="{352CD5CC-0726-4275-90E5-957BA1C6682D}" type="presParOf" srcId="{75973717-527E-4A6A-AB90-3C061C61DE6E}" destId="{1A79E4BD-908E-4648-9380-A0170FCF4FDB}" srcOrd="1" destOrd="0" presId="urn:microsoft.com/office/officeart/2005/8/layout/hList7"/>
    <dgm:cxn modelId="{D4A9202E-D948-483F-B6D4-A1088979F122}" type="presParOf" srcId="{75973717-527E-4A6A-AB90-3C061C61DE6E}" destId="{FAFDA8BB-27A8-4017-868B-58B008A1FEF6}" srcOrd="2" destOrd="0" presId="urn:microsoft.com/office/officeart/2005/8/layout/hList7"/>
    <dgm:cxn modelId="{5CFE1CC5-EF81-4068-97A7-EBBB50AB5DF9}" type="presParOf" srcId="{75973717-527E-4A6A-AB90-3C061C61DE6E}" destId="{C8D8E261-E734-481A-B580-7CC0E77D2C9C}" srcOrd="3" destOrd="0" presId="urn:microsoft.com/office/officeart/2005/8/layout/hList7"/>
    <dgm:cxn modelId="{54BDCAE1-DDAC-4224-89E5-9C0BA3252B11}" type="presParOf" srcId="{4A1A9A7A-8F88-4125-BFC1-9B712A3B3002}" destId="{C99B471C-02BD-4629-BEB9-2DF193881850}" srcOrd="7" destOrd="0" presId="urn:microsoft.com/office/officeart/2005/8/layout/hList7"/>
    <dgm:cxn modelId="{6A1F8AE8-679C-4AB6-B22E-A5420005E0FC}" type="presParOf" srcId="{4A1A9A7A-8F88-4125-BFC1-9B712A3B3002}" destId="{03434671-AA4D-41BC-AE3C-40043ADCDD28}" srcOrd="8" destOrd="0" presId="urn:microsoft.com/office/officeart/2005/8/layout/hList7"/>
    <dgm:cxn modelId="{D85BFB5A-E9C8-48ED-93CE-0B3BA3CF0BCD}" type="presParOf" srcId="{03434671-AA4D-41BC-AE3C-40043ADCDD28}" destId="{F5CF72DA-95B8-474D-8A41-39A5D7B25168}" srcOrd="0" destOrd="0" presId="urn:microsoft.com/office/officeart/2005/8/layout/hList7"/>
    <dgm:cxn modelId="{B1484422-E7E1-4634-8F9B-05C4F7C9245B}" type="presParOf" srcId="{03434671-AA4D-41BC-AE3C-40043ADCDD28}" destId="{E4FBCB94-CEC6-4AEB-8CA6-6C1DD944A238}" srcOrd="1" destOrd="0" presId="urn:microsoft.com/office/officeart/2005/8/layout/hList7"/>
    <dgm:cxn modelId="{97BF8CAF-3400-4806-938F-DFA9D7A3FF3E}" type="presParOf" srcId="{03434671-AA4D-41BC-AE3C-40043ADCDD28}" destId="{7E914F0C-2C83-4918-85E0-AB09CEF798E0}" srcOrd="2" destOrd="0" presId="urn:microsoft.com/office/officeart/2005/8/layout/hList7"/>
    <dgm:cxn modelId="{D53B6F18-3D4A-47A1-9F73-8C6077236934}" type="presParOf" srcId="{03434671-AA4D-41BC-AE3C-40043ADCDD28}" destId="{42F25E18-5868-4188-975E-C5EB97579650}" srcOrd="3" destOrd="0" presId="urn:microsoft.com/office/officeart/2005/8/layout/hList7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7915D8A8-B5EB-4BBD-81EC-86C249652507}" type="doc">
      <dgm:prSet loTypeId="urn:microsoft.com/office/officeart/2005/8/layout/target3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B1EA1EF3-3F45-4814-A86B-2A6E13ADDE9C}">
      <dgm:prSet phldrT="[Text]" custT="1"/>
      <dgm:spPr/>
      <dgm:t>
        <a:bodyPr/>
        <a:lstStyle/>
        <a:p>
          <a:r>
            <a:rPr lang="en-IN" sz="2800" b="1" dirty="0"/>
            <a:t>Performance Proof </a:t>
          </a:r>
          <a:endParaRPr lang="en-IN" sz="2800" dirty="0"/>
        </a:p>
      </dgm:t>
    </dgm:pt>
    <dgm:pt modelId="{C7A53D6F-2146-4654-8B78-2B06784B61F4}" type="parTrans" cxnId="{BE0A7B2A-EAE9-4324-AFE1-D4FD5C13D0D1}">
      <dgm:prSet/>
      <dgm:spPr/>
      <dgm:t>
        <a:bodyPr/>
        <a:lstStyle/>
        <a:p>
          <a:endParaRPr lang="en-IN"/>
        </a:p>
      </dgm:t>
    </dgm:pt>
    <dgm:pt modelId="{0500B7BA-41A8-4EEA-B77E-3CE01AC1E4FE}" type="sibTrans" cxnId="{BE0A7B2A-EAE9-4324-AFE1-D4FD5C13D0D1}">
      <dgm:prSet/>
      <dgm:spPr/>
      <dgm:t>
        <a:bodyPr/>
        <a:lstStyle/>
        <a:p>
          <a:endParaRPr lang="en-IN"/>
        </a:p>
      </dgm:t>
    </dgm:pt>
    <dgm:pt modelId="{508B8DD6-C32D-45B5-9A22-04A0CE616CA9}">
      <dgm:prSet phldrT="[Text]"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sz="1700" b="0" dirty="0"/>
            <a:t>High detection accuracy (~96% critical cases) </a:t>
          </a:r>
        </a:p>
      </dgm:t>
    </dgm:pt>
    <dgm:pt modelId="{5C383AC5-C0B0-4E7A-824C-9CAF8BBD6637}" type="parTrans" cxnId="{222514A4-8442-4204-85B9-7F3CC006098C}">
      <dgm:prSet/>
      <dgm:spPr/>
      <dgm:t>
        <a:bodyPr/>
        <a:lstStyle/>
        <a:p>
          <a:endParaRPr lang="en-IN"/>
        </a:p>
      </dgm:t>
    </dgm:pt>
    <dgm:pt modelId="{3C5DA049-5FC7-4DC2-AA53-EC632539BCAD}" type="sibTrans" cxnId="{222514A4-8442-4204-85B9-7F3CC006098C}">
      <dgm:prSet/>
      <dgm:spPr/>
      <dgm:t>
        <a:bodyPr/>
        <a:lstStyle/>
        <a:p>
          <a:endParaRPr lang="en-IN"/>
        </a:p>
      </dgm:t>
    </dgm:pt>
    <dgm:pt modelId="{1DCB715D-1C1C-48BA-B4DF-2E97DD43F216}">
      <dgm:prSet phldrT="[Text]"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sz="1700" b="0" dirty="0"/>
            <a:t>Real-time performance (~15 FPS on CPU) </a:t>
          </a:r>
        </a:p>
      </dgm:t>
    </dgm:pt>
    <dgm:pt modelId="{9481BF1F-8895-4B02-BBA0-9DDC7AD69A74}" type="parTrans" cxnId="{532AD392-0F99-45BF-AC2B-87A754FAAF5F}">
      <dgm:prSet/>
      <dgm:spPr/>
      <dgm:t>
        <a:bodyPr/>
        <a:lstStyle/>
        <a:p>
          <a:endParaRPr lang="en-IN"/>
        </a:p>
      </dgm:t>
    </dgm:pt>
    <dgm:pt modelId="{25C31427-1B48-42A2-8FC7-BDE1B1F28FF3}" type="sibTrans" cxnId="{532AD392-0F99-45BF-AC2B-87A754FAAF5F}">
      <dgm:prSet/>
      <dgm:spPr/>
      <dgm:t>
        <a:bodyPr/>
        <a:lstStyle/>
        <a:p>
          <a:endParaRPr lang="en-IN"/>
        </a:p>
      </dgm:t>
    </dgm:pt>
    <dgm:pt modelId="{2717DAD1-5193-4E7F-A819-E9DF1574A769}">
      <dgm:prSet phldrT="[Text]" custT="1"/>
      <dgm:spPr/>
      <dgm:t>
        <a:bodyPr/>
        <a:lstStyle/>
        <a:p>
          <a:pPr>
            <a:buNone/>
          </a:pPr>
          <a:r>
            <a:rPr lang="en-IN" sz="2800" b="1" dirty="0"/>
            <a:t> Intelligent Decision Making</a:t>
          </a:r>
          <a:endParaRPr lang="en-IN" sz="2800" dirty="0"/>
        </a:p>
      </dgm:t>
    </dgm:pt>
    <dgm:pt modelId="{78C45B08-DC49-4061-9DC6-3E986B62C5EE}" type="parTrans" cxnId="{F514A1E6-6FB2-4D07-B37A-452E981FEC16}">
      <dgm:prSet/>
      <dgm:spPr/>
      <dgm:t>
        <a:bodyPr/>
        <a:lstStyle/>
        <a:p>
          <a:endParaRPr lang="en-IN"/>
        </a:p>
      </dgm:t>
    </dgm:pt>
    <dgm:pt modelId="{3A72651D-4326-49F2-A938-D25F3A2BCADE}" type="sibTrans" cxnId="{F514A1E6-6FB2-4D07-B37A-452E981FEC16}">
      <dgm:prSet/>
      <dgm:spPr/>
      <dgm:t>
        <a:bodyPr/>
        <a:lstStyle/>
        <a:p>
          <a:endParaRPr lang="en-IN"/>
        </a:p>
      </dgm:t>
    </dgm:pt>
    <dgm:pt modelId="{CFA6EECB-8CD1-47BA-8DD1-461121624D09}">
      <dgm:prSet phldrT="[Text]"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sz="1700" b="0" dirty="0"/>
            <a:t>Uses fusion of multiple signals </a:t>
          </a:r>
        </a:p>
      </dgm:t>
    </dgm:pt>
    <dgm:pt modelId="{DB2D2FBC-0228-4770-B0DD-4B58F22DA001}" type="parTrans" cxnId="{3E0748BE-4A4E-4557-ACBD-5E6DABA3F6B1}">
      <dgm:prSet/>
      <dgm:spPr/>
      <dgm:t>
        <a:bodyPr/>
        <a:lstStyle/>
        <a:p>
          <a:endParaRPr lang="en-IN"/>
        </a:p>
      </dgm:t>
    </dgm:pt>
    <dgm:pt modelId="{018E9E7B-4170-47A5-A4D4-7F0E56A0EEA9}" type="sibTrans" cxnId="{3E0748BE-4A4E-4557-ACBD-5E6DABA3F6B1}">
      <dgm:prSet/>
      <dgm:spPr/>
      <dgm:t>
        <a:bodyPr/>
        <a:lstStyle/>
        <a:p>
          <a:endParaRPr lang="en-IN"/>
        </a:p>
      </dgm:t>
    </dgm:pt>
    <dgm:pt modelId="{93447823-82DC-4E26-810C-294FB322E189}">
      <dgm:prSet phldrT="[Text]"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sz="1700" b="0" dirty="0"/>
            <a:t>Generates reliable alerts instead of single-trigger errors </a:t>
          </a:r>
        </a:p>
      </dgm:t>
    </dgm:pt>
    <dgm:pt modelId="{0BCF8ABA-F7CC-480E-9A28-BD0BE3DDCB07}" type="parTrans" cxnId="{38D8E3BA-527E-4BCF-A5BC-1A6640941EA4}">
      <dgm:prSet/>
      <dgm:spPr/>
      <dgm:t>
        <a:bodyPr/>
        <a:lstStyle/>
        <a:p>
          <a:endParaRPr lang="en-IN"/>
        </a:p>
      </dgm:t>
    </dgm:pt>
    <dgm:pt modelId="{A0EF68BE-94A6-4970-B5BE-5786B1B89FEA}" type="sibTrans" cxnId="{38D8E3BA-527E-4BCF-A5BC-1A6640941EA4}">
      <dgm:prSet/>
      <dgm:spPr/>
      <dgm:t>
        <a:bodyPr/>
        <a:lstStyle/>
        <a:p>
          <a:endParaRPr lang="en-IN"/>
        </a:p>
      </dgm:t>
    </dgm:pt>
    <dgm:pt modelId="{032B51C5-3203-4B60-8D59-B0AF39E6AA73}">
      <dgm:prSet phldrT="[Text]" custT="1"/>
      <dgm:spPr/>
      <dgm:t>
        <a:bodyPr/>
        <a:lstStyle/>
        <a:p>
          <a:pPr>
            <a:buNone/>
          </a:pPr>
          <a:r>
            <a:rPr lang="en-IN" sz="2800" b="1" dirty="0"/>
            <a:t> Real-World Impact</a:t>
          </a:r>
          <a:endParaRPr lang="en-IN" sz="2800" dirty="0"/>
        </a:p>
      </dgm:t>
    </dgm:pt>
    <dgm:pt modelId="{20E7CB93-5510-4321-8F09-AFC18757EB04}" type="parTrans" cxnId="{558998A2-6E80-40ED-9C7B-E7F95900FA9B}">
      <dgm:prSet/>
      <dgm:spPr/>
      <dgm:t>
        <a:bodyPr/>
        <a:lstStyle/>
        <a:p>
          <a:endParaRPr lang="en-IN"/>
        </a:p>
      </dgm:t>
    </dgm:pt>
    <dgm:pt modelId="{A379C677-F6CF-45A7-A19F-EEBDEA290B5C}" type="sibTrans" cxnId="{558998A2-6E80-40ED-9C7B-E7F95900FA9B}">
      <dgm:prSet/>
      <dgm:spPr/>
      <dgm:t>
        <a:bodyPr/>
        <a:lstStyle/>
        <a:p>
          <a:endParaRPr lang="en-IN"/>
        </a:p>
      </dgm:t>
    </dgm:pt>
    <dgm:pt modelId="{8622086A-CC11-4CF3-B1B4-884A7A39B057}">
      <dgm:prSet phldrT="[Text]"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sz="1700" dirty="0"/>
            <a:t>Can save lives by preventing accidents </a:t>
          </a:r>
        </a:p>
      </dgm:t>
    </dgm:pt>
    <dgm:pt modelId="{18BE4B4B-2F7C-42E0-8FCE-643D6E3C53D2}" type="parTrans" cxnId="{603C253F-F788-43A8-B10A-4A43975BF854}">
      <dgm:prSet/>
      <dgm:spPr/>
      <dgm:t>
        <a:bodyPr/>
        <a:lstStyle/>
        <a:p>
          <a:endParaRPr lang="en-IN"/>
        </a:p>
      </dgm:t>
    </dgm:pt>
    <dgm:pt modelId="{B5925D86-510A-42C3-ABF6-E70C1A5DF713}" type="sibTrans" cxnId="{603C253F-F788-43A8-B10A-4A43975BF854}">
      <dgm:prSet/>
      <dgm:spPr/>
      <dgm:t>
        <a:bodyPr/>
        <a:lstStyle/>
        <a:p>
          <a:endParaRPr lang="en-IN"/>
        </a:p>
      </dgm:t>
    </dgm:pt>
    <dgm:pt modelId="{25DE9C5F-CBC3-4271-A612-E850C6F92851}">
      <dgm:prSet phldrT="[Text]"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sz="1700" dirty="0"/>
            <a:t>Supports safer driving </a:t>
          </a:r>
          <a:r>
            <a:rPr lang="en-IN" sz="1700" dirty="0" err="1"/>
            <a:t>behavior</a:t>
          </a:r>
          <a:endParaRPr lang="en-IN" sz="1700" dirty="0"/>
        </a:p>
      </dgm:t>
    </dgm:pt>
    <dgm:pt modelId="{DBAD030E-3E92-48F8-906F-6C4E52628905}" type="parTrans" cxnId="{BCC9F884-D73B-46AF-8194-7BE240E25BA8}">
      <dgm:prSet/>
      <dgm:spPr/>
      <dgm:t>
        <a:bodyPr/>
        <a:lstStyle/>
        <a:p>
          <a:endParaRPr lang="en-IN"/>
        </a:p>
      </dgm:t>
    </dgm:pt>
    <dgm:pt modelId="{1F9DC7E9-B5D3-4B1A-B2AC-A8092BCA4A61}" type="sibTrans" cxnId="{BCC9F884-D73B-46AF-8194-7BE240E25BA8}">
      <dgm:prSet/>
      <dgm:spPr/>
      <dgm:t>
        <a:bodyPr/>
        <a:lstStyle/>
        <a:p>
          <a:endParaRPr lang="en-IN"/>
        </a:p>
      </dgm:t>
    </dgm:pt>
    <dgm:pt modelId="{14A3F32F-ADEF-408A-A6C2-AFC7F4D0C948}">
      <dgm:prSet phldrT="[Text]"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sz="1700" b="0" dirty="0"/>
            <a:t>Multi-signal system reduces false detection </a:t>
          </a:r>
        </a:p>
      </dgm:t>
    </dgm:pt>
    <dgm:pt modelId="{FCEE5ADC-5C15-4CEE-A6DF-4EB71499EB0F}" type="parTrans" cxnId="{EA232E75-A3D2-46B8-A809-B06C786937F6}">
      <dgm:prSet/>
      <dgm:spPr/>
      <dgm:t>
        <a:bodyPr/>
        <a:lstStyle/>
        <a:p>
          <a:endParaRPr lang="en-IN"/>
        </a:p>
      </dgm:t>
    </dgm:pt>
    <dgm:pt modelId="{DA1E60BD-9C70-451B-ABF5-3FC26E34A8AA}" type="sibTrans" cxnId="{EA232E75-A3D2-46B8-A809-B06C786937F6}">
      <dgm:prSet/>
      <dgm:spPr/>
      <dgm:t>
        <a:bodyPr/>
        <a:lstStyle/>
        <a:p>
          <a:endParaRPr lang="en-IN"/>
        </a:p>
      </dgm:t>
    </dgm:pt>
    <dgm:pt modelId="{35C4F510-5A78-4267-84BE-F0C0372D9373}" type="pres">
      <dgm:prSet presAssocID="{7915D8A8-B5EB-4BBD-81EC-86C249652507}" presName="Name0" presStyleCnt="0">
        <dgm:presLayoutVars>
          <dgm:chMax val="7"/>
          <dgm:dir/>
          <dgm:animLvl val="lvl"/>
          <dgm:resizeHandles val="exact"/>
        </dgm:presLayoutVars>
      </dgm:prSet>
      <dgm:spPr/>
    </dgm:pt>
    <dgm:pt modelId="{53265A87-2F06-4D7F-A50E-8B279A915145}" type="pres">
      <dgm:prSet presAssocID="{B1EA1EF3-3F45-4814-A86B-2A6E13ADDE9C}" presName="circle1" presStyleLbl="node1" presStyleIdx="0" presStyleCnt="3"/>
      <dgm:spPr>
        <a:solidFill>
          <a:srgbClr val="EDC9E1"/>
        </a:solidFill>
      </dgm:spPr>
    </dgm:pt>
    <dgm:pt modelId="{FF520249-5F2C-43FE-AE2D-4820B752E29A}" type="pres">
      <dgm:prSet presAssocID="{B1EA1EF3-3F45-4814-A86B-2A6E13ADDE9C}" presName="space" presStyleCnt="0"/>
      <dgm:spPr/>
    </dgm:pt>
    <dgm:pt modelId="{DDE86081-AFEB-4C67-A4C7-E8C1A6B62531}" type="pres">
      <dgm:prSet presAssocID="{B1EA1EF3-3F45-4814-A86B-2A6E13ADDE9C}" presName="rect1" presStyleLbl="alignAcc1" presStyleIdx="0" presStyleCnt="3" custScaleY="100000"/>
      <dgm:spPr/>
    </dgm:pt>
    <dgm:pt modelId="{780C168F-09D8-4D20-9110-D64FFDDB565F}" type="pres">
      <dgm:prSet presAssocID="{2717DAD1-5193-4E7F-A819-E9DF1574A769}" presName="vertSpace2" presStyleLbl="node1" presStyleIdx="0" presStyleCnt="3"/>
      <dgm:spPr/>
    </dgm:pt>
    <dgm:pt modelId="{17F7BE7B-2077-436F-8231-A742A5EFE981}" type="pres">
      <dgm:prSet presAssocID="{2717DAD1-5193-4E7F-A819-E9DF1574A769}" presName="circle2" presStyleLbl="node1" presStyleIdx="1" presStyleCnt="3"/>
      <dgm:spPr>
        <a:solidFill>
          <a:srgbClr val="A9D7BB"/>
        </a:solidFill>
      </dgm:spPr>
    </dgm:pt>
    <dgm:pt modelId="{2B9D0139-421E-4A71-802D-3DA448D8D456}" type="pres">
      <dgm:prSet presAssocID="{2717DAD1-5193-4E7F-A819-E9DF1574A769}" presName="rect2" presStyleLbl="alignAcc1" presStyleIdx="1" presStyleCnt="3"/>
      <dgm:spPr/>
    </dgm:pt>
    <dgm:pt modelId="{22473EBB-8F65-4132-A120-A1068A05A2E6}" type="pres">
      <dgm:prSet presAssocID="{032B51C5-3203-4B60-8D59-B0AF39E6AA73}" presName="vertSpace3" presStyleLbl="node1" presStyleIdx="1" presStyleCnt="3"/>
      <dgm:spPr/>
    </dgm:pt>
    <dgm:pt modelId="{429A9935-D6AF-46DA-84C2-2C08DAC8BB81}" type="pres">
      <dgm:prSet presAssocID="{032B51C5-3203-4B60-8D59-B0AF39E6AA73}" presName="circle3" presStyleLbl="node1" presStyleIdx="2" presStyleCnt="3"/>
      <dgm:spPr/>
    </dgm:pt>
    <dgm:pt modelId="{BDE160A9-0E6D-446E-9E2C-3B2F6BB23F96}" type="pres">
      <dgm:prSet presAssocID="{032B51C5-3203-4B60-8D59-B0AF39E6AA73}" presName="rect3" presStyleLbl="alignAcc1" presStyleIdx="2" presStyleCnt="3"/>
      <dgm:spPr/>
    </dgm:pt>
    <dgm:pt modelId="{B1BDBD61-2445-4EE1-B037-212F216E56AB}" type="pres">
      <dgm:prSet presAssocID="{B1EA1EF3-3F45-4814-A86B-2A6E13ADDE9C}" presName="rect1ParTx" presStyleLbl="alignAcc1" presStyleIdx="2" presStyleCnt="3">
        <dgm:presLayoutVars>
          <dgm:chMax val="1"/>
          <dgm:bulletEnabled val="1"/>
        </dgm:presLayoutVars>
      </dgm:prSet>
      <dgm:spPr/>
    </dgm:pt>
    <dgm:pt modelId="{D4C46B92-0F11-41E0-8CC5-6EC7B0B64BD6}" type="pres">
      <dgm:prSet presAssocID="{B1EA1EF3-3F45-4814-A86B-2A6E13ADDE9C}" presName="rect1ChTx" presStyleLbl="alignAcc1" presStyleIdx="2" presStyleCnt="3">
        <dgm:presLayoutVars>
          <dgm:bulletEnabled val="1"/>
        </dgm:presLayoutVars>
      </dgm:prSet>
      <dgm:spPr/>
    </dgm:pt>
    <dgm:pt modelId="{34DD00D7-9E98-4C84-80F1-DF492DA2B3BD}" type="pres">
      <dgm:prSet presAssocID="{2717DAD1-5193-4E7F-A819-E9DF1574A769}" presName="rect2ParTx" presStyleLbl="alignAcc1" presStyleIdx="2" presStyleCnt="3">
        <dgm:presLayoutVars>
          <dgm:chMax val="1"/>
          <dgm:bulletEnabled val="1"/>
        </dgm:presLayoutVars>
      </dgm:prSet>
      <dgm:spPr/>
    </dgm:pt>
    <dgm:pt modelId="{1840A1F6-258F-4652-91B1-6BF57455338A}" type="pres">
      <dgm:prSet presAssocID="{2717DAD1-5193-4E7F-A819-E9DF1574A769}" presName="rect2ChTx" presStyleLbl="alignAcc1" presStyleIdx="2" presStyleCnt="3">
        <dgm:presLayoutVars>
          <dgm:bulletEnabled val="1"/>
        </dgm:presLayoutVars>
      </dgm:prSet>
      <dgm:spPr/>
    </dgm:pt>
    <dgm:pt modelId="{1C309AF0-EF8B-4FBF-9DED-B9425AD90F3B}" type="pres">
      <dgm:prSet presAssocID="{032B51C5-3203-4B60-8D59-B0AF39E6AA73}" presName="rect3ParTx" presStyleLbl="alignAcc1" presStyleIdx="2" presStyleCnt="3">
        <dgm:presLayoutVars>
          <dgm:chMax val="1"/>
          <dgm:bulletEnabled val="1"/>
        </dgm:presLayoutVars>
      </dgm:prSet>
      <dgm:spPr/>
    </dgm:pt>
    <dgm:pt modelId="{987FB069-5595-4D0D-8360-D2FA0A1F5AD5}" type="pres">
      <dgm:prSet presAssocID="{032B51C5-3203-4B60-8D59-B0AF39E6AA73}" presName="rect3ChTx" presStyleLbl="alignAcc1" presStyleIdx="2" presStyleCnt="3">
        <dgm:presLayoutVars>
          <dgm:bulletEnabled val="1"/>
        </dgm:presLayoutVars>
      </dgm:prSet>
      <dgm:spPr/>
    </dgm:pt>
  </dgm:ptLst>
  <dgm:cxnLst>
    <dgm:cxn modelId="{F95B0300-0E2F-456F-9495-F3EBF8E859A6}" type="presOf" srcId="{25DE9C5F-CBC3-4271-A612-E850C6F92851}" destId="{987FB069-5595-4D0D-8360-D2FA0A1F5AD5}" srcOrd="0" destOrd="1" presId="urn:microsoft.com/office/officeart/2005/8/layout/target3"/>
    <dgm:cxn modelId="{BE0A7B2A-EAE9-4324-AFE1-D4FD5C13D0D1}" srcId="{7915D8A8-B5EB-4BBD-81EC-86C249652507}" destId="{B1EA1EF3-3F45-4814-A86B-2A6E13ADDE9C}" srcOrd="0" destOrd="0" parTransId="{C7A53D6F-2146-4654-8B78-2B06784B61F4}" sibTransId="{0500B7BA-41A8-4EEA-B77E-3CE01AC1E4FE}"/>
    <dgm:cxn modelId="{BDECFE2D-D5AB-4E8C-BC53-27857DA0679C}" type="presOf" srcId="{032B51C5-3203-4B60-8D59-B0AF39E6AA73}" destId="{BDE160A9-0E6D-446E-9E2C-3B2F6BB23F96}" srcOrd="0" destOrd="0" presId="urn:microsoft.com/office/officeart/2005/8/layout/target3"/>
    <dgm:cxn modelId="{A62AAF30-88E9-474B-B373-2A4BA451FF9A}" type="presOf" srcId="{032B51C5-3203-4B60-8D59-B0AF39E6AA73}" destId="{1C309AF0-EF8B-4FBF-9DED-B9425AD90F3B}" srcOrd="1" destOrd="0" presId="urn:microsoft.com/office/officeart/2005/8/layout/target3"/>
    <dgm:cxn modelId="{E27CFD3A-1DB9-49C3-87E6-38A9D0C3832E}" type="presOf" srcId="{2717DAD1-5193-4E7F-A819-E9DF1574A769}" destId="{2B9D0139-421E-4A71-802D-3DA448D8D456}" srcOrd="0" destOrd="0" presId="urn:microsoft.com/office/officeart/2005/8/layout/target3"/>
    <dgm:cxn modelId="{603C253F-F788-43A8-B10A-4A43975BF854}" srcId="{032B51C5-3203-4B60-8D59-B0AF39E6AA73}" destId="{8622086A-CC11-4CF3-B1B4-884A7A39B057}" srcOrd="0" destOrd="0" parTransId="{18BE4B4B-2F7C-42E0-8FCE-643D6E3C53D2}" sibTransId="{B5925D86-510A-42C3-ABF6-E70C1A5DF713}"/>
    <dgm:cxn modelId="{4496054A-F8C3-43E7-9CBA-94560300D4CA}" type="presOf" srcId="{8622086A-CC11-4CF3-B1B4-884A7A39B057}" destId="{987FB069-5595-4D0D-8360-D2FA0A1F5AD5}" srcOrd="0" destOrd="0" presId="urn:microsoft.com/office/officeart/2005/8/layout/target3"/>
    <dgm:cxn modelId="{EA232E75-A3D2-46B8-A809-B06C786937F6}" srcId="{B1EA1EF3-3F45-4814-A86B-2A6E13ADDE9C}" destId="{14A3F32F-ADEF-408A-A6C2-AFC7F4D0C948}" srcOrd="2" destOrd="0" parTransId="{FCEE5ADC-5C15-4CEE-A6DF-4EB71499EB0F}" sibTransId="{DA1E60BD-9C70-451B-ABF5-3FC26E34A8AA}"/>
    <dgm:cxn modelId="{99809477-40DA-4A5C-9D37-F2696F8880B6}" type="presOf" srcId="{CFA6EECB-8CD1-47BA-8DD1-461121624D09}" destId="{1840A1F6-258F-4652-91B1-6BF57455338A}" srcOrd="0" destOrd="0" presId="urn:microsoft.com/office/officeart/2005/8/layout/target3"/>
    <dgm:cxn modelId="{47706E59-351E-48DB-86FF-007D886B840C}" type="presOf" srcId="{508B8DD6-C32D-45B5-9A22-04A0CE616CA9}" destId="{D4C46B92-0F11-41E0-8CC5-6EC7B0B64BD6}" srcOrd="0" destOrd="0" presId="urn:microsoft.com/office/officeart/2005/8/layout/target3"/>
    <dgm:cxn modelId="{F9D1F67E-DF0A-48FD-94B2-29FC21D83464}" type="presOf" srcId="{B1EA1EF3-3F45-4814-A86B-2A6E13ADDE9C}" destId="{B1BDBD61-2445-4EE1-B037-212F216E56AB}" srcOrd="1" destOrd="0" presId="urn:microsoft.com/office/officeart/2005/8/layout/target3"/>
    <dgm:cxn modelId="{4960A983-CC84-4E9C-8CAE-0FD07590CC0F}" type="presOf" srcId="{14A3F32F-ADEF-408A-A6C2-AFC7F4D0C948}" destId="{D4C46B92-0F11-41E0-8CC5-6EC7B0B64BD6}" srcOrd="0" destOrd="2" presId="urn:microsoft.com/office/officeart/2005/8/layout/target3"/>
    <dgm:cxn modelId="{BCC9F884-D73B-46AF-8194-7BE240E25BA8}" srcId="{032B51C5-3203-4B60-8D59-B0AF39E6AA73}" destId="{25DE9C5F-CBC3-4271-A612-E850C6F92851}" srcOrd="1" destOrd="0" parTransId="{DBAD030E-3E92-48F8-906F-6C4E52628905}" sibTransId="{1F9DC7E9-B5D3-4B1A-B2AC-A8092BCA4A61}"/>
    <dgm:cxn modelId="{532AD392-0F99-45BF-AC2B-87A754FAAF5F}" srcId="{B1EA1EF3-3F45-4814-A86B-2A6E13ADDE9C}" destId="{1DCB715D-1C1C-48BA-B4DF-2E97DD43F216}" srcOrd="1" destOrd="0" parTransId="{9481BF1F-8895-4B02-BBA0-9DDC7AD69A74}" sibTransId="{25C31427-1B48-42A2-8FC7-BDE1B1F28FF3}"/>
    <dgm:cxn modelId="{558998A2-6E80-40ED-9C7B-E7F95900FA9B}" srcId="{7915D8A8-B5EB-4BBD-81EC-86C249652507}" destId="{032B51C5-3203-4B60-8D59-B0AF39E6AA73}" srcOrd="2" destOrd="0" parTransId="{20E7CB93-5510-4321-8F09-AFC18757EB04}" sibTransId="{A379C677-F6CF-45A7-A19F-EEBDEA290B5C}"/>
    <dgm:cxn modelId="{222514A4-8442-4204-85B9-7F3CC006098C}" srcId="{B1EA1EF3-3F45-4814-A86B-2A6E13ADDE9C}" destId="{508B8DD6-C32D-45B5-9A22-04A0CE616CA9}" srcOrd="0" destOrd="0" parTransId="{5C383AC5-C0B0-4E7A-824C-9CAF8BBD6637}" sibTransId="{3C5DA049-5FC7-4DC2-AA53-EC632539BCAD}"/>
    <dgm:cxn modelId="{0C6E8FB2-0A4C-467C-9917-A1D5279F5B9A}" type="presOf" srcId="{93447823-82DC-4E26-810C-294FB322E189}" destId="{1840A1F6-258F-4652-91B1-6BF57455338A}" srcOrd="0" destOrd="1" presId="urn:microsoft.com/office/officeart/2005/8/layout/target3"/>
    <dgm:cxn modelId="{38D8E3BA-527E-4BCF-A5BC-1A6640941EA4}" srcId="{2717DAD1-5193-4E7F-A819-E9DF1574A769}" destId="{93447823-82DC-4E26-810C-294FB322E189}" srcOrd="1" destOrd="0" parTransId="{0BCF8ABA-F7CC-480E-9A28-BD0BE3DDCB07}" sibTransId="{A0EF68BE-94A6-4970-B5BE-5786B1B89FEA}"/>
    <dgm:cxn modelId="{3E0748BE-4A4E-4557-ACBD-5E6DABA3F6B1}" srcId="{2717DAD1-5193-4E7F-A819-E9DF1574A769}" destId="{CFA6EECB-8CD1-47BA-8DD1-461121624D09}" srcOrd="0" destOrd="0" parTransId="{DB2D2FBC-0228-4770-B0DD-4B58F22DA001}" sibTransId="{018E9E7B-4170-47A5-A4D4-7F0E56A0EEA9}"/>
    <dgm:cxn modelId="{E26D34C1-7A67-470B-BBE8-C07CFE087753}" type="presOf" srcId="{B1EA1EF3-3F45-4814-A86B-2A6E13ADDE9C}" destId="{DDE86081-AFEB-4C67-A4C7-E8C1A6B62531}" srcOrd="0" destOrd="0" presId="urn:microsoft.com/office/officeart/2005/8/layout/target3"/>
    <dgm:cxn modelId="{B9D085C3-668C-4554-BEAF-7BBDCFD242C5}" type="presOf" srcId="{7915D8A8-B5EB-4BBD-81EC-86C249652507}" destId="{35C4F510-5A78-4267-84BE-F0C0372D9373}" srcOrd="0" destOrd="0" presId="urn:microsoft.com/office/officeart/2005/8/layout/target3"/>
    <dgm:cxn modelId="{553E53CA-DB4B-429F-8AC1-07FE2AD1481E}" type="presOf" srcId="{2717DAD1-5193-4E7F-A819-E9DF1574A769}" destId="{34DD00D7-9E98-4C84-80F1-DF492DA2B3BD}" srcOrd="1" destOrd="0" presId="urn:microsoft.com/office/officeart/2005/8/layout/target3"/>
    <dgm:cxn modelId="{2BE552DC-9F36-4646-92FF-931F3E3CB011}" type="presOf" srcId="{1DCB715D-1C1C-48BA-B4DF-2E97DD43F216}" destId="{D4C46B92-0F11-41E0-8CC5-6EC7B0B64BD6}" srcOrd="0" destOrd="1" presId="urn:microsoft.com/office/officeart/2005/8/layout/target3"/>
    <dgm:cxn modelId="{F514A1E6-6FB2-4D07-B37A-452E981FEC16}" srcId="{7915D8A8-B5EB-4BBD-81EC-86C249652507}" destId="{2717DAD1-5193-4E7F-A819-E9DF1574A769}" srcOrd="1" destOrd="0" parTransId="{78C45B08-DC49-4061-9DC6-3E986B62C5EE}" sibTransId="{3A72651D-4326-49F2-A938-D25F3A2BCADE}"/>
    <dgm:cxn modelId="{1522021A-D338-436F-8D5A-517BDDE61B4D}" type="presParOf" srcId="{35C4F510-5A78-4267-84BE-F0C0372D9373}" destId="{53265A87-2F06-4D7F-A50E-8B279A915145}" srcOrd="0" destOrd="0" presId="urn:microsoft.com/office/officeart/2005/8/layout/target3"/>
    <dgm:cxn modelId="{32FF14FD-8AA4-4CB4-9A8D-6BC87ECD1EC9}" type="presParOf" srcId="{35C4F510-5A78-4267-84BE-F0C0372D9373}" destId="{FF520249-5F2C-43FE-AE2D-4820B752E29A}" srcOrd="1" destOrd="0" presId="urn:microsoft.com/office/officeart/2005/8/layout/target3"/>
    <dgm:cxn modelId="{67E0A733-01FB-4F6B-96AB-4621AE045BE8}" type="presParOf" srcId="{35C4F510-5A78-4267-84BE-F0C0372D9373}" destId="{DDE86081-AFEB-4C67-A4C7-E8C1A6B62531}" srcOrd="2" destOrd="0" presId="urn:microsoft.com/office/officeart/2005/8/layout/target3"/>
    <dgm:cxn modelId="{A45E3221-90F7-44C5-9509-B5216588451B}" type="presParOf" srcId="{35C4F510-5A78-4267-84BE-F0C0372D9373}" destId="{780C168F-09D8-4D20-9110-D64FFDDB565F}" srcOrd="3" destOrd="0" presId="urn:microsoft.com/office/officeart/2005/8/layout/target3"/>
    <dgm:cxn modelId="{A5BFD051-040E-47A1-B74A-C9982ABFAE55}" type="presParOf" srcId="{35C4F510-5A78-4267-84BE-F0C0372D9373}" destId="{17F7BE7B-2077-436F-8231-A742A5EFE981}" srcOrd="4" destOrd="0" presId="urn:microsoft.com/office/officeart/2005/8/layout/target3"/>
    <dgm:cxn modelId="{2317ED43-1DA6-4890-B5AE-BC9F1997EB20}" type="presParOf" srcId="{35C4F510-5A78-4267-84BE-F0C0372D9373}" destId="{2B9D0139-421E-4A71-802D-3DA448D8D456}" srcOrd="5" destOrd="0" presId="urn:microsoft.com/office/officeart/2005/8/layout/target3"/>
    <dgm:cxn modelId="{8529198C-1431-4F3F-AC43-93E9A59308D3}" type="presParOf" srcId="{35C4F510-5A78-4267-84BE-F0C0372D9373}" destId="{22473EBB-8F65-4132-A120-A1068A05A2E6}" srcOrd="6" destOrd="0" presId="urn:microsoft.com/office/officeart/2005/8/layout/target3"/>
    <dgm:cxn modelId="{2FF3F81D-3323-4A4B-B7FB-14BEF76C84E9}" type="presParOf" srcId="{35C4F510-5A78-4267-84BE-F0C0372D9373}" destId="{429A9935-D6AF-46DA-84C2-2C08DAC8BB81}" srcOrd="7" destOrd="0" presId="urn:microsoft.com/office/officeart/2005/8/layout/target3"/>
    <dgm:cxn modelId="{8A969401-9CF6-46DF-8639-96CB323F0FC8}" type="presParOf" srcId="{35C4F510-5A78-4267-84BE-F0C0372D9373}" destId="{BDE160A9-0E6D-446E-9E2C-3B2F6BB23F96}" srcOrd="8" destOrd="0" presId="urn:microsoft.com/office/officeart/2005/8/layout/target3"/>
    <dgm:cxn modelId="{AC957800-9369-40DA-9165-CABDB1AB0B4A}" type="presParOf" srcId="{35C4F510-5A78-4267-84BE-F0C0372D9373}" destId="{B1BDBD61-2445-4EE1-B037-212F216E56AB}" srcOrd="9" destOrd="0" presId="urn:microsoft.com/office/officeart/2005/8/layout/target3"/>
    <dgm:cxn modelId="{0D6DA568-A31C-47A7-B677-70B8E8E26F42}" type="presParOf" srcId="{35C4F510-5A78-4267-84BE-F0C0372D9373}" destId="{D4C46B92-0F11-41E0-8CC5-6EC7B0B64BD6}" srcOrd="10" destOrd="0" presId="urn:microsoft.com/office/officeart/2005/8/layout/target3"/>
    <dgm:cxn modelId="{9EAD5D31-BB0F-47D1-A7DD-1D6CF049B89F}" type="presParOf" srcId="{35C4F510-5A78-4267-84BE-F0C0372D9373}" destId="{34DD00D7-9E98-4C84-80F1-DF492DA2B3BD}" srcOrd="11" destOrd="0" presId="urn:microsoft.com/office/officeart/2005/8/layout/target3"/>
    <dgm:cxn modelId="{17704414-40C5-4C1C-AF11-A7652DACF766}" type="presParOf" srcId="{35C4F510-5A78-4267-84BE-F0C0372D9373}" destId="{1840A1F6-258F-4652-91B1-6BF57455338A}" srcOrd="12" destOrd="0" presId="urn:microsoft.com/office/officeart/2005/8/layout/target3"/>
    <dgm:cxn modelId="{D8507DBD-6726-4EEF-8557-AEA109DA073B}" type="presParOf" srcId="{35C4F510-5A78-4267-84BE-F0C0372D9373}" destId="{1C309AF0-EF8B-4FBF-9DED-B9425AD90F3B}" srcOrd="13" destOrd="0" presId="urn:microsoft.com/office/officeart/2005/8/layout/target3"/>
    <dgm:cxn modelId="{32ADCDF3-5127-4DE9-8AC9-37EA2E30C3B3}" type="presParOf" srcId="{35C4F510-5A78-4267-84BE-F0C0372D9373}" destId="{987FB069-5595-4D0D-8360-D2FA0A1F5AD5}" srcOrd="14" destOrd="0" presId="urn:microsoft.com/office/officeart/2005/8/layout/targe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AAEEF14-7CF0-4E19-A01D-BADA32473945}">
      <dsp:nvSpPr>
        <dsp:cNvPr id="0" name=""/>
        <dsp:cNvSpPr/>
      </dsp:nvSpPr>
      <dsp:spPr>
        <a:xfrm>
          <a:off x="788669" y="0"/>
          <a:ext cx="8938260" cy="4964100"/>
        </a:xfrm>
        <a:prstGeom prst="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7BB1C57-53F4-4C78-B6CB-A5D07B541F61}">
      <dsp:nvSpPr>
        <dsp:cNvPr id="0" name=""/>
        <dsp:cNvSpPr/>
      </dsp:nvSpPr>
      <dsp:spPr>
        <a:xfrm>
          <a:off x="2888" y="1185198"/>
          <a:ext cx="1681571" cy="2593702"/>
        </a:xfrm>
        <a:prstGeom prst="roundRect">
          <a:avLst/>
        </a:prstGeom>
        <a:solidFill>
          <a:srgbClr val="CF95C7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Capture video input and convert it into frames</a:t>
          </a:r>
          <a:endParaRPr lang="en-IN" sz="1800" kern="1200" dirty="0"/>
        </a:p>
      </dsp:txBody>
      <dsp:txXfrm>
        <a:off x="84976" y="1267286"/>
        <a:ext cx="1517395" cy="2429526"/>
      </dsp:txXfrm>
    </dsp:sp>
    <dsp:sp modelId="{B312B719-44F2-4E52-B652-EBCC590F4D97}">
      <dsp:nvSpPr>
        <dsp:cNvPr id="0" name=""/>
        <dsp:cNvSpPr/>
      </dsp:nvSpPr>
      <dsp:spPr>
        <a:xfrm>
          <a:off x="1768538" y="1203863"/>
          <a:ext cx="1681571" cy="255637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Uses face &amp; eye detection (</a:t>
          </a:r>
          <a:r>
            <a:rPr lang="en-US" sz="1800" kern="1200" dirty="0" err="1"/>
            <a:t>MediaPipe</a:t>
          </a:r>
          <a:r>
            <a:rPr lang="en-US" sz="1800" kern="1200" dirty="0"/>
            <a:t>) to track fatigue</a:t>
          </a:r>
          <a:endParaRPr lang="en-IN" sz="1800" kern="1200" dirty="0"/>
        </a:p>
      </dsp:txBody>
      <dsp:txXfrm>
        <a:off x="1850626" y="1285951"/>
        <a:ext cx="1517395" cy="2392196"/>
      </dsp:txXfrm>
    </dsp:sp>
    <dsp:sp modelId="{CEE41882-187E-4CE6-B869-D1FADB179CF5}">
      <dsp:nvSpPr>
        <dsp:cNvPr id="0" name=""/>
        <dsp:cNvSpPr/>
      </dsp:nvSpPr>
      <dsp:spPr>
        <a:xfrm>
          <a:off x="3534188" y="1259848"/>
          <a:ext cx="1681571" cy="2444402"/>
        </a:xfrm>
        <a:prstGeom prst="roundRect">
          <a:avLst/>
        </a:prstGeom>
        <a:solidFill>
          <a:srgbClr val="CF95C7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Detects yawing and eye closure for drowsiness</a:t>
          </a:r>
          <a:endParaRPr lang="en-IN" sz="1800" kern="1200" dirty="0"/>
        </a:p>
      </dsp:txBody>
      <dsp:txXfrm>
        <a:off x="3616276" y="1341936"/>
        <a:ext cx="1517395" cy="2280226"/>
      </dsp:txXfrm>
    </dsp:sp>
    <dsp:sp modelId="{903444CD-9113-459E-93E1-4229B6DE83E1}">
      <dsp:nvSpPr>
        <dsp:cNvPr id="0" name=""/>
        <dsp:cNvSpPr/>
      </dsp:nvSpPr>
      <dsp:spPr>
        <a:xfrm>
          <a:off x="5299839" y="1241183"/>
          <a:ext cx="1681571" cy="248173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Uses YOLOv8 model to detect phone usage</a:t>
          </a:r>
          <a:endParaRPr lang="en-IN" sz="1800" kern="1200" dirty="0"/>
        </a:p>
      </dsp:txBody>
      <dsp:txXfrm>
        <a:off x="5381927" y="1323271"/>
        <a:ext cx="1517395" cy="2317556"/>
      </dsp:txXfrm>
    </dsp:sp>
    <dsp:sp modelId="{68B97BAB-4461-4A40-97E3-0F58287D8CBF}">
      <dsp:nvSpPr>
        <dsp:cNvPr id="0" name=""/>
        <dsp:cNvSpPr/>
      </dsp:nvSpPr>
      <dsp:spPr>
        <a:xfrm>
          <a:off x="7065489" y="1231851"/>
          <a:ext cx="1681571" cy="2500397"/>
        </a:xfrm>
        <a:prstGeom prst="roundRect">
          <a:avLst/>
        </a:prstGeom>
        <a:solidFill>
          <a:srgbClr val="CF95C7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Combines all detections in single pipeline </a:t>
          </a:r>
          <a:endParaRPr lang="en-IN" sz="1800" kern="1200" dirty="0"/>
        </a:p>
      </dsp:txBody>
      <dsp:txXfrm>
        <a:off x="7147577" y="1313939"/>
        <a:ext cx="1517395" cy="2336221"/>
      </dsp:txXfrm>
    </dsp:sp>
    <dsp:sp modelId="{9A757A00-3B42-4494-B389-6A751F890BD7}">
      <dsp:nvSpPr>
        <dsp:cNvPr id="0" name=""/>
        <dsp:cNvSpPr/>
      </dsp:nvSpPr>
      <dsp:spPr>
        <a:xfrm>
          <a:off x="8831140" y="1259848"/>
          <a:ext cx="1681571" cy="244440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Generates real-time alerts on screen (HUD </a:t>
          </a:r>
          <a:r>
            <a:rPr lang="en-US" sz="1800" kern="1200" dirty="0" err="1"/>
            <a:t>warings</a:t>
          </a:r>
          <a:r>
            <a:rPr lang="en-US" sz="1800" kern="1200" dirty="0"/>
            <a:t>)</a:t>
          </a:r>
          <a:endParaRPr lang="en-IN" sz="1800" kern="1200" dirty="0"/>
        </a:p>
      </dsp:txBody>
      <dsp:txXfrm>
        <a:off x="8913228" y="1341936"/>
        <a:ext cx="1517395" cy="228022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EE046D6-2B16-4A72-A497-6C2D1324205D}">
      <dsp:nvSpPr>
        <dsp:cNvPr id="0" name=""/>
        <dsp:cNvSpPr/>
      </dsp:nvSpPr>
      <dsp:spPr>
        <a:xfrm>
          <a:off x="4042" y="94641"/>
          <a:ext cx="1838086" cy="80713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99568" rIns="99568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Input Capture</a:t>
          </a:r>
          <a:endParaRPr lang="en-IN" sz="1400" kern="1200" dirty="0"/>
        </a:p>
      </dsp:txBody>
      <dsp:txXfrm>
        <a:off x="4042" y="94641"/>
        <a:ext cx="1838086" cy="538089"/>
      </dsp:txXfrm>
    </dsp:sp>
    <dsp:sp modelId="{FED9ABAF-D78A-4DFC-860C-FF8CDB9582D6}">
      <dsp:nvSpPr>
        <dsp:cNvPr id="0" name=""/>
        <dsp:cNvSpPr/>
      </dsp:nvSpPr>
      <dsp:spPr>
        <a:xfrm>
          <a:off x="380518" y="632730"/>
          <a:ext cx="1838086" cy="132536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99568" rIns="99568" bIns="99568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Camera capture real-time video of the driver.</a:t>
          </a:r>
          <a:endParaRPr lang="en-IN" sz="1400" kern="1200" dirty="0"/>
        </a:p>
      </dsp:txBody>
      <dsp:txXfrm>
        <a:off x="419337" y="671549"/>
        <a:ext cx="1760448" cy="1247724"/>
      </dsp:txXfrm>
    </dsp:sp>
    <dsp:sp modelId="{B2C56543-EA6A-4744-9915-8E6BCF6D4456}">
      <dsp:nvSpPr>
        <dsp:cNvPr id="0" name=""/>
        <dsp:cNvSpPr/>
      </dsp:nvSpPr>
      <dsp:spPr>
        <a:xfrm>
          <a:off x="2120776" y="134871"/>
          <a:ext cx="590732" cy="457630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100" kern="1200"/>
        </a:p>
      </dsp:txBody>
      <dsp:txXfrm>
        <a:off x="2120776" y="226397"/>
        <a:ext cx="453443" cy="274578"/>
      </dsp:txXfrm>
    </dsp:sp>
    <dsp:sp modelId="{7F29F9F3-8EB2-4650-B8D1-D481D07275C2}">
      <dsp:nvSpPr>
        <dsp:cNvPr id="0" name=""/>
        <dsp:cNvSpPr/>
      </dsp:nvSpPr>
      <dsp:spPr>
        <a:xfrm>
          <a:off x="2956718" y="94641"/>
          <a:ext cx="1838086" cy="80713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99568" rIns="99568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Face &amp; Landmark Detection</a:t>
          </a:r>
          <a:endParaRPr lang="en-IN" sz="1400" kern="1200" dirty="0"/>
        </a:p>
      </dsp:txBody>
      <dsp:txXfrm>
        <a:off x="2956718" y="94641"/>
        <a:ext cx="1838086" cy="538089"/>
      </dsp:txXfrm>
    </dsp:sp>
    <dsp:sp modelId="{EBE28B3B-51ED-4C5A-AEB0-ADF54EC60BBE}">
      <dsp:nvSpPr>
        <dsp:cNvPr id="0" name=""/>
        <dsp:cNvSpPr/>
      </dsp:nvSpPr>
      <dsp:spPr>
        <a:xfrm>
          <a:off x="3333194" y="632730"/>
          <a:ext cx="1838086" cy="132536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99568" rIns="99568" bIns="99568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Detect </a:t>
          </a:r>
          <a:r>
            <a:rPr lang="en-US" sz="1400" kern="1200" dirty="0" err="1"/>
            <a:t>face,eyes</a:t>
          </a:r>
          <a:r>
            <a:rPr lang="en-US" sz="1400" kern="1200" dirty="0"/>
            <a:t>, and mouth points</a:t>
          </a:r>
          <a:endParaRPr lang="en-IN" sz="1400" kern="1200" dirty="0"/>
        </a:p>
      </dsp:txBody>
      <dsp:txXfrm>
        <a:off x="3372013" y="671549"/>
        <a:ext cx="1760448" cy="1247724"/>
      </dsp:txXfrm>
    </dsp:sp>
    <dsp:sp modelId="{0CC3A333-6B99-4612-ACAD-275851B4BEAB}">
      <dsp:nvSpPr>
        <dsp:cNvPr id="0" name=""/>
        <dsp:cNvSpPr/>
      </dsp:nvSpPr>
      <dsp:spPr>
        <a:xfrm>
          <a:off x="5073452" y="134871"/>
          <a:ext cx="590732" cy="457630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100" kern="1200"/>
        </a:p>
      </dsp:txBody>
      <dsp:txXfrm>
        <a:off x="5073452" y="226397"/>
        <a:ext cx="453443" cy="274578"/>
      </dsp:txXfrm>
    </dsp:sp>
    <dsp:sp modelId="{9C4475AD-E3A3-475C-8975-28A6D44AA404}">
      <dsp:nvSpPr>
        <dsp:cNvPr id="0" name=""/>
        <dsp:cNvSpPr/>
      </dsp:nvSpPr>
      <dsp:spPr>
        <a:xfrm>
          <a:off x="5909394" y="94641"/>
          <a:ext cx="1838086" cy="80713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99568" rIns="99568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Feature Extraction</a:t>
          </a:r>
          <a:endParaRPr lang="en-IN" sz="1400" kern="1200" dirty="0"/>
        </a:p>
      </dsp:txBody>
      <dsp:txXfrm>
        <a:off x="5909394" y="94641"/>
        <a:ext cx="1838086" cy="538089"/>
      </dsp:txXfrm>
    </dsp:sp>
    <dsp:sp modelId="{E556831C-501B-4860-9266-556D1DD14A61}">
      <dsp:nvSpPr>
        <dsp:cNvPr id="0" name=""/>
        <dsp:cNvSpPr/>
      </dsp:nvSpPr>
      <dsp:spPr>
        <a:xfrm>
          <a:off x="6285870" y="632730"/>
          <a:ext cx="1838086" cy="132536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99568" rIns="99568" bIns="99568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Eye closure (EAR)</a:t>
          </a:r>
          <a:endParaRPr lang="en-IN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Yawing (MAR)</a:t>
          </a:r>
          <a:endParaRPr lang="en-IN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Head pose </a:t>
          </a:r>
          <a:endParaRPr lang="en-IN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Phone detection</a:t>
          </a:r>
          <a:endParaRPr lang="en-IN" sz="1400" kern="1200" dirty="0"/>
        </a:p>
      </dsp:txBody>
      <dsp:txXfrm>
        <a:off x="6324689" y="671549"/>
        <a:ext cx="1760448" cy="124772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9C66B24-61F5-48EA-A696-160440E7C4C4}">
      <dsp:nvSpPr>
        <dsp:cNvPr id="0" name=""/>
        <dsp:cNvSpPr/>
      </dsp:nvSpPr>
      <dsp:spPr>
        <a:xfrm>
          <a:off x="211711" y="600561"/>
          <a:ext cx="2388475" cy="58980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99568" rIns="99568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Processing &amp; </a:t>
          </a:r>
          <a:r>
            <a:rPr lang="en-US" sz="1400" kern="1200" dirty="0" err="1"/>
            <a:t>Analsis</a:t>
          </a:r>
          <a:endParaRPr lang="en-IN" sz="1400" kern="1200" dirty="0"/>
        </a:p>
      </dsp:txBody>
      <dsp:txXfrm>
        <a:off x="230906" y="619756"/>
        <a:ext cx="2350085" cy="354812"/>
      </dsp:txXfrm>
    </dsp:sp>
    <dsp:sp modelId="{273F11AD-7C65-48FC-A43D-24EE40DDFE93}">
      <dsp:nvSpPr>
        <dsp:cNvPr id="0" name=""/>
        <dsp:cNvSpPr/>
      </dsp:nvSpPr>
      <dsp:spPr>
        <a:xfrm>
          <a:off x="824744" y="992659"/>
          <a:ext cx="2199476" cy="103274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99568" rIns="99568" bIns="99568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Each feature is analyzed frame-by-frame</a:t>
          </a:r>
          <a:endParaRPr lang="en-IN" sz="1400" kern="1200" dirty="0"/>
        </a:p>
      </dsp:txBody>
      <dsp:txXfrm>
        <a:off x="854992" y="1022907"/>
        <a:ext cx="2138980" cy="972244"/>
      </dsp:txXfrm>
    </dsp:sp>
    <dsp:sp modelId="{6B3A2A24-2431-4D24-98F6-C55D19D14F01}">
      <dsp:nvSpPr>
        <dsp:cNvPr id="0" name=""/>
        <dsp:cNvSpPr/>
      </dsp:nvSpPr>
      <dsp:spPr>
        <a:xfrm rot="21541535">
          <a:off x="2885488" y="469812"/>
          <a:ext cx="605020" cy="594080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77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400" kern="1200"/>
        </a:p>
      </dsp:txBody>
      <dsp:txXfrm>
        <a:off x="2885501" y="590143"/>
        <a:ext cx="426796" cy="356448"/>
      </dsp:txXfrm>
    </dsp:sp>
    <dsp:sp modelId="{BA4ECEC4-35EA-468B-9126-6FE0FBE2EAC1}">
      <dsp:nvSpPr>
        <dsp:cNvPr id="0" name=""/>
        <dsp:cNvSpPr/>
      </dsp:nvSpPr>
      <dsp:spPr>
        <a:xfrm>
          <a:off x="3741569" y="563784"/>
          <a:ext cx="2388475" cy="52002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99568" rIns="99568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Decision System</a:t>
          </a:r>
          <a:endParaRPr lang="en-IN" sz="1400" kern="1200" dirty="0"/>
        </a:p>
      </dsp:txBody>
      <dsp:txXfrm>
        <a:off x="3758493" y="580708"/>
        <a:ext cx="2354627" cy="312833"/>
      </dsp:txXfrm>
    </dsp:sp>
    <dsp:sp modelId="{209A85D8-D08D-4A2A-BCF6-0C1F599FFE27}">
      <dsp:nvSpPr>
        <dsp:cNvPr id="0" name=""/>
        <dsp:cNvSpPr/>
      </dsp:nvSpPr>
      <dsp:spPr>
        <a:xfrm>
          <a:off x="4229739" y="913267"/>
          <a:ext cx="2388475" cy="106087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99568" rIns="99568" bIns="99568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Combine all signals-generate alert</a:t>
          </a:r>
          <a:endParaRPr lang="en-IN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output/:safe/Warning/critical</a:t>
          </a:r>
          <a:endParaRPr lang="en-IN" sz="1400" kern="1200" dirty="0"/>
        </a:p>
      </dsp:txBody>
      <dsp:txXfrm>
        <a:off x="4260811" y="944339"/>
        <a:ext cx="2326331" cy="998731"/>
      </dsp:txXfrm>
    </dsp:sp>
    <dsp:sp modelId="{8623CB53-91D2-4654-AB86-D07F75753526}">
      <dsp:nvSpPr>
        <dsp:cNvPr id="0" name=""/>
        <dsp:cNvSpPr/>
      </dsp:nvSpPr>
      <dsp:spPr>
        <a:xfrm rot="1256">
          <a:off x="6491635" y="440793"/>
          <a:ext cx="766573" cy="594080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77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400" kern="1200"/>
        </a:p>
      </dsp:txBody>
      <dsp:txXfrm>
        <a:off x="6491635" y="559576"/>
        <a:ext cx="588349" cy="356448"/>
      </dsp:txXfrm>
    </dsp:sp>
    <dsp:sp modelId="{8B3A8351-70A4-4B7E-8E7A-781CCC5C4C75}">
      <dsp:nvSpPr>
        <dsp:cNvPr id="0" name=""/>
        <dsp:cNvSpPr/>
      </dsp:nvSpPr>
      <dsp:spPr>
        <a:xfrm>
          <a:off x="7576408" y="559584"/>
          <a:ext cx="2385747" cy="53682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99568" rIns="99568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Alert System</a:t>
          </a:r>
          <a:endParaRPr lang="en-IN" sz="1400" kern="1200" dirty="0"/>
        </a:p>
      </dsp:txBody>
      <dsp:txXfrm>
        <a:off x="7593878" y="577054"/>
        <a:ext cx="2350807" cy="322943"/>
      </dsp:txXfrm>
    </dsp:sp>
    <dsp:sp modelId="{E1BE10FF-74D9-4034-9F35-564FCCBD4045}">
      <dsp:nvSpPr>
        <dsp:cNvPr id="0" name=""/>
        <dsp:cNvSpPr/>
      </dsp:nvSpPr>
      <dsp:spPr>
        <a:xfrm>
          <a:off x="8064578" y="917467"/>
          <a:ext cx="2385747" cy="106087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99568" rIns="99568" bIns="99568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Sound or visual alert given to driver</a:t>
          </a:r>
          <a:endParaRPr lang="en-IN" sz="1400" kern="1200" dirty="0"/>
        </a:p>
      </dsp:txBody>
      <dsp:txXfrm>
        <a:off x="8095650" y="948539"/>
        <a:ext cx="2323603" cy="998731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0CC35AD-7354-4089-AF91-9566C380E000}">
      <dsp:nvSpPr>
        <dsp:cNvPr id="0" name=""/>
        <dsp:cNvSpPr/>
      </dsp:nvSpPr>
      <dsp:spPr>
        <a:xfrm>
          <a:off x="0" y="0"/>
          <a:ext cx="2077519" cy="4966922"/>
        </a:xfrm>
        <a:prstGeom prst="roundRect">
          <a:avLst>
            <a:gd name="adj" fmla="val 10000"/>
          </a:avLst>
        </a:prstGeom>
        <a:solidFill>
          <a:srgbClr val="A9D7BB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kern="1200" dirty="0" err="1">
              <a:solidFill>
                <a:schemeClr val="tx1"/>
              </a:solidFill>
              <a:latin typeface="Adani Regular" panose="02000503000000020004" pitchFamily="2" charset="0"/>
            </a:rPr>
            <a:t>Mediapipe</a:t>
          </a:r>
          <a:endParaRPr lang="en-US" sz="1600" b="0" kern="1200" dirty="0">
            <a:solidFill>
              <a:schemeClr val="tx1"/>
            </a:solidFill>
            <a:latin typeface="Adani Regular" panose="02000503000000020004" pitchFamily="2" charset="0"/>
          </a:endParaRP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kern="1200" dirty="0">
              <a:solidFill>
                <a:schemeClr val="tx1"/>
              </a:solidFill>
              <a:latin typeface="Adani Regular" panose="02000503000000020004" pitchFamily="2" charset="0"/>
            </a:rPr>
            <a:t>Used for face, eye, and mouth tracking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b="0" kern="1200" dirty="0">
              <a:solidFill>
                <a:schemeClr val="tx1"/>
              </a:solidFill>
              <a:latin typeface="Adani Regular" panose="02000503000000020004" pitchFamily="2" charset="0"/>
            </a:rPr>
            <a:t>- Fast and lightweight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b="0" kern="1200" dirty="0">
              <a:solidFill>
                <a:schemeClr val="tx1"/>
              </a:solidFill>
              <a:latin typeface="Adani Regular" panose="02000503000000020004" pitchFamily="2" charset="0"/>
            </a:rPr>
            <a:t>- Works well in real-time</a:t>
          </a:r>
        </a:p>
      </dsp:txBody>
      <dsp:txXfrm>
        <a:off x="0" y="1986768"/>
        <a:ext cx="2077519" cy="1986768"/>
      </dsp:txXfrm>
    </dsp:sp>
    <dsp:sp modelId="{301261B9-735B-4221-8E2F-016431559F0C}">
      <dsp:nvSpPr>
        <dsp:cNvPr id="0" name=""/>
        <dsp:cNvSpPr/>
      </dsp:nvSpPr>
      <dsp:spPr>
        <a:xfrm>
          <a:off x="211767" y="210445"/>
          <a:ext cx="1653985" cy="1435047"/>
        </a:xfrm>
        <a:prstGeom prst="ellipse">
          <a:avLst/>
        </a:prstGeom>
        <a:blipFill>
          <a:blip xmlns:r="http://schemas.openxmlformats.org/officeDocument/2006/relationships" r:embed="rId1"/>
          <a:srcRect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E66F879-91DF-4315-9116-B0C40B15C168}">
      <dsp:nvSpPr>
        <dsp:cNvPr id="0" name=""/>
        <dsp:cNvSpPr/>
      </dsp:nvSpPr>
      <dsp:spPr>
        <a:xfrm>
          <a:off x="2139844" y="0"/>
          <a:ext cx="2077519" cy="4966922"/>
        </a:xfrm>
        <a:prstGeom prst="roundRect">
          <a:avLst>
            <a:gd name="adj" fmla="val 10000"/>
          </a:avLst>
        </a:prstGeom>
        <a:solidFill>
          <a:srgbClr val="A9D7BB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b="0" kern="1200" dirty="0">
              <a:solidFill>
                <a:schemeClr val="tx1"/>
              </a:solidFill>
              <a:latin typeface="Adani Regular" panose="02000503000000020004" pitchFamily="2" charset="0"/>
            </a:rPr>
            <a:t>Yolov8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b="0" kern="1200" dirty="0">
              <a:solidFill>
                <a:schemeClr val="tx1"/>
              </a:solidFill>
              <a:latin typeface="Adani Regular" panose="02000503000000020004" pitchFamily="2" charset="0"/>
            </a:rPr>
            <a:t>Used for phone detection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b="0" kern="1200" dirty="0">
              <a:solidFill>
                <a:schemeClr val="tx1"/>
              </a:solidFill>
              <a:latin typeface="Adani Regular" panose="02000503000000020004" pitchFamily="2" charset="0"/>
            </a:rPr>
            <a:t>- High accuracy object detection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b="0" kern="1200" dirty="0">
              <a:solidFill>
                <a:schemeClr val="tx1"/>
              </a:solidFill>
              <a:latin typeface="Adani Regular" panose="02000503000000020004" pitchFamily="2" charset="0"/>
            </a:rPr>
            <a:t>Detects small objects like mobile phones</a:t>
          </a:r>
        </a:p>
      </dsp:txBody>
      <dsp:txXfrm>
        <a:off x="2139844" y="1986768"/>
        <a:ext cx="2077519" cy="1986768"/>
      </dsp:txXfrm>
    </dsp:sp>
    <dsp:sp modelId="{A013E166-3E09-4BA5-A2F6-6433857FB542}">
      <dsp:nvSpPr>
        <dsp:cNvPr id="0" name=""/>
        <dsp:cNvSpPr/>
      </dsp:nvSpPr>
      <dsp:spPr>
        <a:xfrm>
          <a:off x="2340960" y="178481"/>
          <a:ext cx="1653985" cy="1467018"/>
        </a:xfrm>
        <a:prstGeom prst="ellipse">
          <a:avLst/>
        </a:prstGeom>
        <a:blipFill>
          <a:blip xmlns:r="http://schemas.openxmlformats.org/officeDocument/2006/relationships" r:embed="rId2"/>
          <a:srcRect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AFE4833-87B3-411F-A7A1-D9FADFBB29CE}">
      <dsp:nvSpPr>
        <dsp:cNvPr id="0" name=""/>
        <dsp:cNvSpPr/>
      </dsp:nvSpPr>
      <dsp:spPr>
        <a:xfrm>
          <a:off x="4279689" y="0"/>
          <a:ext cx="2077519" cy="4966922"/>
        </a:xfrm>
        <a:prstGeom prst="roundRect">
          <a:avLst>
            <a:gd name="adj" fmla="val 10000"/>
          </a:avLst>
        </a:prstGeom>
        <a:solidFill>
          <a:srgbClr val="A9D7BB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schemeClr val="tx1"/>
              </a:solidFill>
            </a:rPr>
            <a:t>OpenCV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schemeClr val="tx1"/>
              </a:solidFill>
            </a:rPr>
            <a:t>Used for  video processing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 dirty="0">
              <a:solidFill>
                <a:schemeClr val="tx1"/>
              </a:solidFill>
            </a:rPr>
            <a:t>- Captures frames from camera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 dirty="0">
              <a:solidFill>
                <a:schemeClr val="tx1"/>
              </a:solidFill>
            </a:rPr>
            <a:t>- Handles image operations </a:t>
          </a:r>
        </a:p>
      </dsp:txBody>
      <dsp:txXfrm>
        <a:off x="4279689" y="1986768"/>
        <a:ext cx="2077519" cy="1986768"/>
      </dsp:txXfrm>
    </dsp:sp>
    <dsp:sp modelId="{C4403A86-C5FF-45FB-A745-577DFB92635C}">
      <dsp:nvSpPr>
        <dsp:cNvPr id="0" name=""/>
        <dsp:cNvSpPr/>
      </dsp:nvSpPr>
      <dsp:spPr>
        <a:xfrm>
          <a:off x="4470153" y="221105"/>
          <a:ext cx="1653985" cy="1275288"/>
        </a:xfrm>
        <a:prstGeom prst="ellipse">
          <a:avLst/>
        </a:prstGeom>
        <a:blipFill>
          <a:blip xmlns:r="http://schemas.openxmlformats.org/officeDocument/2006/relationships" r:embed="rId3"/>
          <a:srcRect/>
          <a:stretch>
            <a:fillRect t="-16000" b="-16000"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7605DA8-F53E-4D22-9A8A-EDF9A604DD8A}">
      <dsp:nvSpPr>
        <dsp:cNvPr id="0" name=""/>
        <dsp:cNvSpPr/>
      </dsp:nvSpPr>
      <dsp:spPr>
        <a:xfrm>
          <a:off x="6419534" y="0"/>
          <a:ext cx="2077519" cy="4966922"/>
        </a:xfrm>
        <a:prstGeom prst="roundRect">
          <a:avLst>
            <a:gd name="adj" fmla="val 10000"/>
          </a:avLst>
        </a:prstGeom>
        <a:solidFill>
          <a:srgbClr val="A9D7BB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schemeClr val="tx1"/>
              </a:solidFill>
            </a:rPr>
            <a:t>Numpy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schemeClr val="tx1"/>
              </a:solidFill>
            </a:rPr>
            <a:t>Used for calculations EAR, MAR, angles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schemeClr val="tx1"/>
              </a:solidFill>
            </a:rPr>
            <a:t>-Fast numerical computations</a:t>
          </a:r>
        </a:p>
      </dsp:txBody>
      <dsp:txXfrm>
        <a:off x="6419534" y="1986768"/>
        <a:ext cx="2077519" cy="1986768"/>
      </dsp:txXfrm>
    </dsp:sp>
    <dsp:sp modelId="{C8D8E261-E734-481A-B580-7CC0E77D2C9C}">
      <dsp:nvSpPr>
        <dsp:cNvPr id="0" name=""/>
        <dsp:cNvSpPr/>
      </dsp:nvSpPr>
      <dsp:spPr>
        <a:xfrm>
          <a:off x="6631301" y="109229"/>
          <a:ext cx="1653985" cy="1307309"/>
        </a:xfrm>
        <a:prstGeom prst="ellipse">
          <a:avLst/>
        </a:prstGeom>
        <a:blipFill>
          <a:blip xmlns:r="http://schemas.openxmlformats.org/officeDocument/2006/relationships" r:embed="rId4"/>
          <a:srcRect/>
          <a:stretch>
            <a:fillRect l="-39000" r="-39000"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5CF72DA-95B8-474D-8A41-39A5D7B25168}">
      <dsp:nvSpPr>
        <dsp:cNvPr id="0" name=""/>
        <dsp:cNvSpPr/>
      </dsp:nvSpPr>
      <dsp:spPr>
        <a:xfrm>
          <a:off x="8559378" y="0"/>
          <a:ext cx="2077519" cy="4966922"/>
        </a:xfrm>
        <a:prstGeom prst="roundRect">
          <a:avLst>
            <a:gd name="adj" fmla="val 10000"/>
          </a:avLst>
        </a:prstGeom>
        <a:solidFill>
          <a:srgbClr val="A9D7BB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kern="1200" dirty="0" err="1">
              <a:solidFill>
                <a:schemeClr val="tx1"/>
              </a:solidFill>
            </a:rPr>
            <a:t>Solvepnp</a:t>
          </a:r>
          <a:endParaRPr lang="en-US" sz="1600" b="0" kern="1200" dirty="0">
            <a:solidFill>
              <a:schemeClr val="tx1"/>
            </a:solidFill>
          </a:endParaRP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kern="1200" dirty="0">
              <a:solidFill>
                <a:schemeClr val="tx1"/>
              </a:solidFill>
            </a:rPr>
            <a:t>Used to detect where driver is looking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b="0" kern="1200" dirty="0">
              <a:solidFill>
                <a:schemeClr val="tx1"/>
              </a:solidFill>
            </a:rPr>
            <a:t>- Helps identify attention level.</a:t>
          </a:r>
        </a:p>
      </dsp:txBody>
      <dsp:txXfrm>
        <a:off x="8559378" y="1986768"/>
        <a:ext cx="2077519" cy="1986768"/>
      </dsp:txXfrm>
    </dsp:sp>
    <dsp:sp modelId="{42F25E18-5868-4188-975E-C5EB97579650}">
      <dsp:nvSpPr>
        <dsp:cNvPr id="0" name=""/>
        <dsp:cNvSpPr/>
      </dsp:nvSpPr>
      <dsp:spPr>
        <a:xfrm>
          <a:off x="8696584" y="109039"/>
          <a:ext cx="1653985" cy="1461907"/>
        </a:xfrm>
        <a:prstGeom prst="ellipse">
          <a:avLst/>
        </a:prstGeom>
        <a:blipFill>
          <a:blip xmlns:r="http://schemas.openxmlformats.org/officeDocument/2006/relationships" r:embed="rId5"/>
          <a:srcRect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FE4118E-DC24-4770-B53E-260C18F4145B}">
      <dsp:nvSpPr>
        <dsp:cNvPr id="0" name=""/>
        <dsp:cNvSpPr/>
      </dsp:nvSpPr>
      <dsp:spPr>
        <a:xfrm>
          <a:off x="425475" y="4175517"/>
          <a:ext cx="9785946" cy="745038"/>
        </a:xfrm>
        <a:prstGeom prst="leftRightArrow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3265A87-2F06-4D7F-A50E-8B279A915145}">
      <dsp:nvSpPr>
        <dsp:cNvPr id="0" name=""/>
        <dsp:cNvSpPr/>
      </dsp:nvSpPr>
      <dsp:spPr>
        <a:xfrm>
          <a:off x="0" y="0"/>
          <a:ext cx="4850708" cy="4850708"/>
        </a:xfrm>
        <a:prstGeom prst="pie">
          <a:avLst>
            <a:gd name="adj1" fmla="val 5400000"/>
            <a:gd name="adj2" fmla="val 16200000"/>
          </a:avLst>
        </a:prstGeom>
        <a:solidFill>
          <a:srgbClr val="EDC9E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DE86081-AFEB-4C67-A4C7-E8C1A6B62531}">
      <dsp:nvSpPr>
        <dsp:cNvPr id="0" name=""/>
        <dsp:cNvSpPr/>
      </dsp:nvSpPr>
      <dsp:spPr>
        <a:xfrm>
          <a:off x="2425354" y="0"/>
          <a:ext cx="8344246" cy="4850708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800" b="1" kern="1200" dirty="0"/>
            <a:t>Performance Proof </a:t>
          </a:r>
          <a:endParaRPr lang="en-IN" sz="2800" kern="1200" dirty="0"/>
        </a:p>
      </dsp:txBody>
      <dsp:txXfrm>
        <a:off x="2425354" y="0"/>
        <a:ext cx="4172123" cy="1455215"/>
      </dsp:txXfrm>
    </dsp:sp>
    <dsp:sp modelId="{17F7BE7B-2077-436F-8231-A742A5EFE981}">
      <dsp:nvSpPr>
        <dsp:cNvPr id="0" name=""/>
        <dsp:cNvSpPr/>
      </dsp:nvSpPr>
      <dsp:spPr>
        <a:xfrm>
          <a:off x="848875" y="1455215"/>
          <a:ext cx="3152957" cy="3152957"/>
        </a:xfrm>
        <a:prstGeom prst="pie">
          <a:avLst>
            <a:gd name="adj1" fmla="val 5400000"/>
            <a:gd name="adj2" fmla="val 16200000"/>
          </a:avLst>
        </a:prstGeom>
        <a:solidFill>
          <a:srgbClr val="A9D7BB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B9D0139-421E-4A71-802D-3DA448D8D456}">
      <dsp:nvSpPr>
        <dsp:cNvPr id="0" name=""/>
        <dsp:cNvSpPr/>
      </dsp:nvSpPr>
      <dsp:spPr>
        <a:xfrm>
          <a:off x="2425354" y="1455215"/>
          <a:ext cx="8344246" cy="3152957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800" b="1" kern="1200" dirty="0"/>
            <a:t> Intelligent Decision Making</a:t>
          </a:r>
          <a:endParaRPr lang="en-IN" sz="2800" kern="1200" dirty="0"/>
        </a:p>
      </dsp:txBody>
      <dsp:txXfrm>
        <a:off x="2425354" y="1455215"/>
        <a:ext cx="4172123" cy="1455210"/>
      </dsp:txXfrm>
    </dsp:sp>
    <dsp:sp modelId="{429A9935-D6AF-46DA-84C2-2C08DAC8BB81}">
      <dsp:nvSpPr>
        <dsp:cNvPr id="0" name=""/>
        <dsp:cNvSpPr/>
      </dsp:nvSpPr>
      <dsp:spPr>
        <a:xfrm>
          <a:off x="1697748" y="2910426"/>
          <a:ext cx="1455210" cy="1455210"/>
        </a:xfrm>
        <a:prstGeom prst="pie">
          <a:avLst>
            <a:gd name="adj1" fmla="val 5400000"/>
            <a:gd name="adj2" fmla="val 162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DE160A9-0E6D-446E-9E2C-3B2F6BB23F96}">
      <dsp:nvSpPr>
        <dsp:cNvPr id="0" name=""/>
        <dsp:cNvSpPr/>
      </dsp:nvSpPr>
      <dsp:spPr>
        <a:xfrm>
          <a:off x="2425354" y="2910426"/>
          <a:ext cx="8344246" cy="145521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800" b="1" kern="1200" dirty="0"/>
            <a:t> Real-World Impact</a:t>
          </a:r>
          <a:endParaRPr lang="en-IN" sz="2800" kern="1200" dirty="0"/>
        </a:p>
      </dsp:txBody>
      <dsp:txXfrm>
        <a:off x="2425354" y="2910426"/>
        <a:ext cx="4172123" cy="1455210"/>
      </dsp:txXfrm>
    </dsp:sp>
    <dsp:sp modelId="{D4C46B92-0F11-41E0-8CC5-6EC7B0B64BD6}">
      <dsp:nvSpPr>
        <dsp:cNvPr id="0" name=""/>
        <dsp:cNvSpPr/>
      </dsp:nvSpPr>
      <dsp:spPr>
        <a:xfrm>
          <a:off x="6597477" y="0"/>
          <a:ext cx="4172123" cy="1455215"/>
        </a:xfrm>
        <a:prstGeom prst="rect">
          <a:avLst/>
        </a:prstGeom>
        <a:noFill/>
        <a:ln w="12700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IN" sz="1700" b="0" kern="1200" dirty="0"/>
            <a:t>High detection accuracy (~96% critical cases) 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IN" sz="1700" b="0" kern="1200" dirty="0"/>
            <a:t>Real-time performance (~15 FPS on CPU) 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IN" sz="1700" b="0" kern="1200" dirty="0"/>
            <a:t>Multi-signal system reduces false detection </a:t>
          </a:r>
        </a:p>
      </dsp:txBody>
      <dsp:txXfrm>
        <a:off x="6597477" y="0"/>
        <a:ext cx="4172123" cy="1455215"/>
      </dsp:txXfrm>
    </dsp:sp>
    <dsp:sp modelId="{1840A1F6-258F-4652-91B1-6BF57455338A}">
      <dsp:nvSpPr>
        <dsp:cNvPr id="0" name=""/>
        <dsp:cNvSpPr/>
      </dsp:nvSpPr>
      <dsp:spPr>
        <a:xfrm>
          <a:off x="6597477" y="1455215"/>
          <a:ext cx="4172123" cy="1455210"/>
        </a:xfrm>
        <a:prstGeom prst="rect">
          <a:avLst/>
        </a:prstGeom>
        <a:noFill/>
        <a:ln w="12700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IN" sz="1700" b="0" kern="1200" dirty="0"/>
            <a:t>Uses fusion of multiple signals 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IN" sz="1700" b="0" kern="1200" dirty="0"/>
            <a:t>Generates reliable alerts instead of single-trigger errors </a:t>
          </a:r>
        </a:p>
      </dsp:txBody>
      <dsp:txXfrm>
        <a:off x="6597477" y="1455215"/>
        <a:ext cx="4172123" cy="1455210"/>
      </dsp:txXfrm>
    </dsp:sp>
    <dsp:sp modelId="{987FB069-5595-4D0D-8360-D2FA0A1F5AD5}">
      <dsp:nvSpPr>
        <dsp:cNvPr id="0" name=""/>
        <dsp:cNvSpPr/>
      </dsp:nvSpPr>
      <dsp:spPr>
        <a:xfrm>
          <a:off x="6597477" y="2910426"/>
          <a:ext cx="4172123" cy="1455210"/>
        </a:xfrm>
        <a:prstGeom prst="rect">
          <a:avLst/>
        </a:prstGeom>
        <a:noFill/>
        <a:ln w="12700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IN" sz="1700" kern="1200" dirty="0"/>
            <a:t>Can save lives by preventing accidents 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IN" sz="1700" kern="1200" dirty="0"/>
            <a:t>Supports safer driving </a:t>
          </a:r>
          <a:r>
            <a:rPr lang="en-IN" sz="1700" kern="1200" dirty="0" err="1"/>
            <a:t>behavior</a:t>
          </a:r>
          <a:endParaRPr lang="en-IN" sz="1700" kern="1200" dirty="0"/>
        </a:p>
      </dsp:txBody>
      <dsp:txXfrm>
        <a:off x="6597477" y="2910426"/>
        <a:ext cx="4172123" cy="145521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3">
  <dgm:title val=""/>
  <dgm:desc val=""/>
  <dgm:catLst>
    <dgm:cat type="process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3" destOrd="0"/>
        <dgm:cxn modelId="12" srcId="1" destId="11" srcOrd="0" destOrd="0"/>
        <dgm:cxn modelId="23" srcId="2" destId="21" srcOrd="0" destOrd="0"/>
        <dgm:cxn modelId="34" srcId="3" destId="31" srcOrd="0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choose name="Name0">
      <dgm:if name="Name1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osite" refType="w"/>
      <dgm:constr type="w" for="ch" ptType="sibTrans" refType="w" refFor="ch" refForName="composite" fact="0.3333"/>
      <dgm:constr type="w" for="des" forName="parTx"/>
      <dgm:constr type="h" for="des" forName="parTx" op="equ"/>
      <dgm:constr type="h" for="des" forName="parSh" op="equ"/>
      <dgm:constr type="w" for="des" forName="desTx"/>
      <dgm:constr type="h" for="des" forName="desTx" op="equ"/>
      <dgm:constr type="w" for="des" forName="parSh"/>
      <dgm:constr type="primFontSz" for="des" forName="parTx" val="65"/>
      <dgm:constr type="secFontSz" for="des" forName="desTx" refType="primFontSz" refFor="des" refForName="parTx" op="equ"/>
      <dgm:constr type="primFontSz" for="des" forName="connTx" refType="primFontSz" refFor="des" refForName="parTx" fact="0.8"/>
      <dgm:constr type="primFontSz" for="des" forName="connTx" refType="primFontSz" refFor="des" refForName="parTx" op="lte" fact="0.8"/>
      <dgm:constr type="h" for="des" forName="parTx" refType="primFontSz" refFor="des" refForName="parTx" fact="0.8"/>
      <dgm:constr type="h" for="des" forName="parSh" refType="primFontSz" refFor="des" refForName="parTx" fact="1.2"/>
      <dgm:constr type="h" for="des" forName="desTx" refType="primFontSz" refFor="des" refForName="parTx" fact="1.6"/>
      <dgm:constr type="h" for="des" forName="parSh" refType="h" refFor="des" refForName="parTx" op="lte" fact="1.5"/>
      <dgm:constr type="h" for="des" forName="parSh" refType="h" refFor="des" refForName="parTx" op="gte" fact="1.5"/>
    </dgm:constrLst>
    <dgm:ruleLst>
      <dgm:rule type="w" for="ch" forName="composite" val="0" fact="NaN" max="NaN"/>
      <dgm:rule type="primFontSz" for="des" forName="parTx" val="5" fact="NaN" max="NaN"/>
    </dgm:ruleLst>
    <dgm:forEach name="Name3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4">
          <dgm:if name="Name5" func="var" arg="dir" op="equ" val="norm">
            <dgm:constrLst>
              <dgm:constr type="h" refType="w" fact="1000"/>
              <dgm:constr type="l" for="ch" forName="parTx"/>
              <dgm:constr type="w" for="ch" forName="parTx" refType="w" fact="0.83"/>
              <dgm:constr type="t" for="ch" forName="parTx"/>
              <dgm:constr type="l" for="ch" forName="parSh"/>
              <dgm:constr type="w" for="ch" forName="parSh" refType="w" refFor="ch" refForName="parTx"/>
              <dgm:constr type="t" for="ch" forName="parSh"/>
              <dgm:constr type="l" for="ch" forName="desTx" refType="w" fact="0.17"/>
              <dgm:constr type="w" for="ch" forName="desTx" refType="w" refFor="ch" refForName="parTx"/>
              <dgm:constr type="t" for="ch" forName="desTx" refType="h" refFor="ch" refForName="parTx"/>
            </dgm:constrLst>
          </dgm:if>
          <dgm:else name="Name6">
            <dgm:constrLst>
              <dgm:constr type="h" refType="w" fact="1000"/>
              <dgm:constr type="l" for="ch" forName="parTx" refType="w" fact="0.17"/>
              <dgm:constr type="w" for="ch" forName="parTx" refType="w" fact="0.83"/>
              <dgm:constr type="t" for="ch" forName="parTx"/>
              <dgm:constr type="l" for="ch" forName="parSh" refType="w" fact="0.15"/>
              <dgm:constr type="w" for="ch" forName="parSh" refType="w" refFor="ch" refForName="parTx"/>
              <dgm:constr type="t" for="ch" forName="parSh"/>
              <dgm:constr type="l" for="ch" forName="desTx"/>
              <dgm:constr type="w" for="ch" forName="desTx" refType="w" refFor="ch" refForName="parTx"/>
              <dgm:constr type="t" for="ch" forName="desTx" refType="h" refFor="ch" refForName="parTx"/>
            </dgm:constrLst>
          </dgm:else>
        </dgm:choose>
        <dgm:ruleLst>
          <dgm:rule type="h" val="INF" fact="NaN" max="NaN"/>
        </dgm:ruleLst>
        <dgm:layoutNode name="parTx">
          <dgm:varLst>
            <dgm:chMax val="0"/>
            <dgm:chPref val="0"/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1" hideGeom="1">
            <dgm:adjLst>
              <dgm:adj idx="1" val="0.1"/>
            </dgm:adjLst>
          </dgm:shape>
          <dgm:presOf axis="self" ptType="node"/>
          <dgm:constrLst>
            <dgm:constr type="h" refType="w" op="lte" fact="0.4"/>
            <dgm:constr type="bMarg" refType="primFontSz" fact="0.3"/>
            <dgm:constr type="h"/>
          </dgm:constrLst>
          <dgm:ruleLst>
            <dgm:rule type="h" val="INF" fact="NaN" max="NaN"/>
          </dgm:ruleLst>
        </dgm:layoutNode>
        <dgm:layoutNode name="parSh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 ptType="node"/>
          <dgm:constrLst>
            <dgm:constr type="h"/>
          </dgm:constrLst>
          <dgm:ruleLst/>
        </dgm:layoutNode>
        <dgm:layoutNode name="desTx" styleLbl="fgAcc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oundRect" r:blip="">
            <dgm:adjLst>
              <dgm:adj idx="1" val="0.1"/>
            </dgm:adjLst>
          </dgm:shape>
          <dgm:presOf axis="des" ptType="node"/>
          <dgm:constrLst>
            <dgm:constr type="secFontSz" val="65"/>
            <dgm:constr type="primFontSz" refType="secFontSz"/>
            <dgm:constr type="h"/>
          </dgm:constrLst>
          <dgm:ruleLst>
            <dgm:rule type="h" val="INF" fact="NaN" max="NaN"/>
          </dgm:ruleLst>
        </dgm:layoutNode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  <dgm:param type="srcNode" val="parTx"/>
            <dgm:param type="dstNode" val="parTx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Tx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process3">
  <dgm:title val=""/>
  <dgm:desc val=""/>
  <dgm:catLst>
    <dgm:cat type="process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3" destOrd="0"/>
        <dgm:cxn modelId="12" srcId="1" destId="11" srcOrd="0" destOrd="0"/>
        <dgm:cxn modelId="23" srcId="2" destId="21" srcOrd="0" destOrd="0"/>
        <dgm:cxn modelId="34" srcId="3" destId="31" srcOrd="0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choose name="Name0">
      <dgm:if name="Name1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osite" refType="w"/>
      <dgm:constr type="w" for="ch" ptType="sibTrans" refType="w" refFor="ch" refForName="composite" fact="0.3333"/>
      <dgm:constr type="w" for="des" forName="parTx"/>
      <dgm:constr type="h" for="des" forName="parTx" op="equ"/>
      <dgm:constr type="h" for="des" forName="parSh" op="equ"/>
      <dgm:constr type="w" for="des" forName="desTx"/>
      <dgm:constr type="h" for="des" forName="desTx" op="equ"/>
      <dgm:constr type="w" for="des" forName="parSh"/>
      <dgm:constr type="primFontSz" for="des" forName="parTx" val="65"/>
      <dgm:constr type="secFontSz" for="des" forName="desTx" refType="primFontSz" refFor="des" refForName="parTx" op="equ"/>
      <dgm:constr type="primFontSz" for="des" forName="connTx" refType="primFontSz" refFor="des" refForName="parTx" fact="0.8"/>
      <dgm:constr type="primFontSz" for="des" forName="connTx" refType="primFontSz" refFor="des" refForName="parTx" op="lte" fact="0.8"/>
      <dgm:constr type="h" for="des" forName="parTx" refType="primFontSz" refFor="des" refForName="parTx" fact="0.8"/>
      <dgm:constr type="h" for="des" forName="parSh" refType="primFontSz" refFor="des" refForName="parTx" fact="1.2"/>
      <dgm:constr type="h" for="des" forName="desTx" refType="primFontSz" refFor="des" refForName="parTx" fact="1.6"/>
      <dgm:constr type="h" for="des" forName="parSh" refType="h" refFor="des" refForName="parTx" op="lte" fact="1.5"/>
      <dgm:constr type="h" for="des" forName="parSh" refType="h" refFor="des" refForName="parTx" op="gte" fact="1.5"/>
    </dgm:constrLst>
    <dgm:ruleLst>
      <dgm:rule type="w" for="ch" forName="composite" val="0" fact="NaN" max="NaN"/>
      <dgm:rule type="primFontSz" for="des" forName="parTx" val="5" fact="NaN" max="NaN"/>
    </dgm:ruleLst>
    <dgm:forEach name="Name3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4">
          <dgm:if name="Name5" func="var" arg="dir" op="equ" val="norm">
            <dgm:constrLst>
              <dgm:constr type="h" refType="w" fact="1000"/>
              <dgm:constr type="l" for="ch" forName="parTx"/>
              <dgm:constr type="w" for="ch" forName="parTx" refType="w" fact="0.83"/>
              <dgm:constr type="t" for="ch" forName="parTx"/>
              <dgm:constr type="l" for="ch" forName="parSh"/>
              <dgm:constr type="w" for="ch" forName="parSh" refType="w" refFor="ch" refForName="parTx"/>
              <dgm:constr type="t" for="ch" forName="parSh"/>
              <dgm:constr type="l" for="ch" forName="desTx" refType="w" fact="0.17"/>
              <dgm:constr type="w" for="ch" forName="desTx" refType="w" refFor="ch" refForName="parTx"/>
              <dgm:constr type="t" for="ch" forName="desTx" refType="h" refFor="ch" refForName="parTx"/>
            </dgm:constrLst>
          </dgm:if>
          <dgm:else name="Name6">
            <dgm:constrLst>
              <dgm:constr type="h" refType="w" fact="1000"/>
              <dgm:constr type="l" for="ch" forName="parTx" refType="w" fact="0.17"/>
              <dgm:constr type="w" for="ch" forName="parTx" refType="w" fact="0.83"/>
              <dgm:constr type="t" for="ch" forName="parTx"/>
              <dgm:constr type="l" for="ch" forName="parSh" refType="w" fact="0.15"/>
              <dgm:constr type="w" for="ch" forName="parSh" refType="w" refFor="ch" refForName="parTx"/>
              <dgm:constr type="t" for="ch" forName="parSh"/>
              <dgm:constr type="l" for="ch" forName="desTx"/>
              <dgm:constr type="w" for="ch" forName="desTx" refType="w" refFor="ch" refForName="parTx"/>
              <dgm:constr type="t" for="ch" forName="desTx" refType="h" refFor="ch" refForName="parTx"/>
            </dgm:constrLst>
          </dgm:else>
        </dgm:choose>
        <dgm:ruleLst>
          <dgm:rule type="h" val="INF" fact="NaN" max="NaN"/>
        </dgm:ruleLst>
        <dgm:layoutNode name="parTx">
          <dgm:varLst>
            <dgm:chMax val="0"/>
            <dgm:chPref val="0"/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1" hideGeom="1">
            <dgm:adjLst>
              <dgm:adj idx="1" val="0.1"/>
            </dgm:adjLst>
          </dgm:shape>
          <dgm:presOf axis="self" ptType="node"/>
          <dgm:constrLst>
            <dgm:constr type="h" refType="w" op="lte" fact="0.4"/>
            <dgm:constr type="bMarg" refType="primFontSz" fact="0.3"/>
            <dgm:constr type="h"/>
          </dgm:constrLst>
          <dgm:ruleLst>
            <dgm:rule type="h" val="INF" fact="NaN" max="NaN"/>
          </dgm:ruleLst>
        </dgm:layoutNode>
        <dgm:layoutNode name="parSh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 ptType="node"/>
          <dgm:constrLst>
            <dgm:constr type="h"/>
          </dgm:constrLst>
          <dgm:ruleLst/>
        </dgm:layoutNode>
        <dgm:layoutNode name="desTx" styleLbl="fgAcc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oundRect" r:blip="">
            <dgm:adjLst>
              <dgm:adj idx="1" val="0.1"/>
            </dgm:adjLst>
          </dgm:shape>
          <dgm:presOf axis="des" ptType="node"/>
          <dgm:constrLst>
            <dgm:constr type="secFontSz" val="65"/>
            <dgm:constr type="primFontSz" refType="secFontSz"/>
            <dgm:constr type="h"/>
          </dgm:constrLst>
          <dgm:ruleLst>
            <dgm:rule type="h" val="INF" fact="NaN" max="NaN"/>
          </dgm:ruleLst>
        </dgm:layoutNode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  <dgm:param type="srcNode" val="parTx"/>
            <dgm:param type="dstNode" val="parTx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Tx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process3">
  <dgm:title val=""/>
  <dgm:desc val=""/>
  <dgm:catLst>
    <dgm:cat type="process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3" destOrd="0"/>
        <dgm:cxn modelId="12" srcId="1" destId="11" srcOrd="0" destOrd="0"/>
        <dgm:cxn modelId="23" srcId="2" destId="21" srcOrd="0" destOrd="0"/>
        <dgm:cxn modelId="34" srcId="3" destId="31" srcOrd="0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choose name="Name0">
      <dgm:if name="Name1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osite" refType="w"/>
      <dgm:constr type="w" for="ch" ptType="sibTrans" refType="w" refFor="ch" refForName="composite" fact="0.3333"/>
      <dgm:constr type="w" for="des" forName="parTx"/>
      <dgm:constr type="h" for="des" forName="parTx" op="equ"/>
      <dgm:constr type="h" for="des" forName="parSh" op="equ"/>
      <dgm:constr type="w" for="des" forName="desTx"/>
      <dgm:constr type="h" for="des" forName="desTx" op="equ"/>
      <dgm:constr type="w" for="des" forName="parSh"/>
      <dgm:constr type="primFontSz" for="des" forName="parTx" val="65"/>
      <dgm:constr type="secFontSz" for="des" forName="desTx" refType="primFontSz" refFor="des" refForName="parTx" op="equ"/>
      <dgm:constr type="primFontSz" for="des" forName="connTx" refType="primFontSz" refFor="des" refForName="parTx" fact="0.8"/>
      <dgm:constr type="primFontSz" for="des" forName="connTx" refType="primFontSz" refFor="des" refForName="parTx" op="lte" fact="0.8"/>
      <dgm:constr type="h" for="des" forName="parTx" refType="primFontSz" refFor="des" refForName="parTx" fact="0.8"/>
      <dgm:constr type="h" for="des" forName="parSh" refType="primFontSz" refFor="des" refForName="parTx" fact="1.2"/>
      <dgm:constr type="h" for="des" forName="desTx" refType="primFontSz" refFor="des" refForName="parTx" fact="1.6"/>
      <dgm:constr type="h" for="des" forName="parSh" refType="h" refFor="des" refForName="parTx" op="lte" fact="1.5"/>
      <dgm:constr type="h" for="des" forName="parSh" refType="h" refFor="des" refForName="parTx" op="gte" fact="1.5"/>
    </dgm:constrLst>
    <dgm:ruleLst>
      <dgm:rule type="w" for="ch" forName="composite" val="0" fact="NaN" max="NaN"/>
      <dgm:rule type="primFontSz" for="des" forName="parTx" val="5" fact="NaN" max="NaN"/>
    </dgm:ruleLst>
    <dgm:forEach name="Name3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4">
          <dgm:if name="Name5" func="var" arg="dir" op="equ" val="norm">
            <dgm:constrLst>
              <dgm:constr type="h" refType="w" fact="1000"/>
              <dgm:constr type="l" for="ch" forName="parTx"/>
              <dgm:constr type="w" for="ch" forName="parTx" refType="w" fact="0.83"/>
              <dgm:constr type="t" for="ch" forName="parTx"/>
              <dgm:constr type="l" for="ch" forName="parSh"/>
              <dgm:constr type="w" for="ch" forName="parSh" refType="w" refFor="ch" refForName="parTx"/>
              <dgm:constr type="t" for="ch" forName="parSh"/>
              <dgm:constr type="l" for="ch" forName="desTx" refType="w" fact="0.17"/>
              <dgm:constr type="w" for="ch" forName="desTx" refType="w" refFor="ch" refForName="parTx"/>
              <dgm:constr type="t" for="ch" forName="desTx" refType="h" refFor="ch" refForName="parTx"/>
            </dgm:constrLst>
          </dgm:if>
          <dgm:else name="Name6">
            <dgm:constrLst>
              <dgm:constr type="h" refType="w" fact="1000"/>
              <dgm:constr type="l" for="ch" forName="parTx" refType="w" fact="0.17"/>
              <dgm:constr type="w" for="ch" forName="parTx" refType="w" fact="0.83"/>
              <dgm:constr type="t" for="ch" forName="parTx"/>
              <dgm:constr type="l" for="ch" forName="parSh" refType="w" fact="0.15"/>
              <dgm:constr type="w" for="ch" forName="parSh" refType="w" refFor="ch" refForName="parTx"/>
              <dgm:constr type="t" for="ch" forName="parSh"/>
              <dgm:constr type="l" for="ch" forName="desTx"/>
              <dgm:constr type="w" for="ch" forName="desTx" refType="w" refFor="ch" refForName="parTx"/>
              <dgm:constr type="t" for="ch" forName="desTx" refType="h" refFor="ch" refForName="parTx"/>
            </dgm:constrLst>
          </dgm:else>
        </dgm:choose>
        <dgm:ruleLst>
          <dgm:rule type="h" val="INF" fact="NaN" max="NaN"/>
        </dgm:ruleLst>
        <dgm:layoutNode name="parTx">
          <dgm:varLst>
            <dgm:chMax val="0"/>
            <dgm:chPref val="0"/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1" hideGeom="1">
            <dgm:adjLst>
              <dgm:adj idx="1" val="0.1"/>
            </dgm:adjLst>
          </dgm:shape>
          <dgm:presOf axis="self" ptType="node"/>
          <dgm:constrLst>
            <dgm:constr type="h" refType="w" op="lte" fact="0.4"/>
            <dgm:constr type="bMarg" refType="primFontSz" fact="0.3"/>
            <dgm:constr type="h"/>
          </dgm:constrLst>
          <dgm:ruleLst>
            <dgm:rule type="h" val="INF" fact="NaN" max="NaN"/>
          </dgm:ruleLst>
        </dgm:layoutNode>
        <dgm:layoutNode name="parSh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 ptType="node"/>
          <dgm:constrLst>
            <dgm:constr type="h"/>
          </dgm:constrLst>
          <dgm:ruleLst/>
        </dgm:layoutNode>
        <dgm:layoutNode name="desTx" styleLbl="fgAcc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oundRect" r:blip="">
            <dgm:adjLst>
              <dgm:adj idx="1" val="0.1"/>
            </dgm:adjLst>
          </dgm:shape>
          <dgm:presOf axis="des" ptType="node"/>
          <dgm:constrLst>
            <dgm:constr type="secFontSz" val="65"/>
            <dgm:constr type="primFontSz" refType="secFontSz"/>
            <dgm:constr type="h"/>
          </dgm:constrLst>
          <dgm:ruleLst>
            <dgm:rule type="h" val="INF" fact="NaN" max="NaN"/>
          </dgm:ruleLst>
        </dgm:layoutNode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  <dgm:param type="srcNode" val="parTx"/>
            <dgm:param type="dstNode" val="parTx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Tx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List7">
  <dgm:title val=""/>
  <dgm:desc val=""/>
  <dgm:catLst>
    <dgm:cat type="list" pri="12000"/>
    <dgm:cat type="process" pri="20000"/>
    <dgm:cat type="relationship" pri="14000"/>
    <dgm:cat type="convert" pri="8000"/>
    <dgm:cat type="picture" pri="25000"/>
    <dgm:cat type="pictureconvert" pri="2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fgShape" refType="w" fact="0.92"/>
      <dgm:constr type="h" for="ch" forName="fgShape" refType="h" fact="0.15"/>
      <dgm:constr type="b" for="ch" forName="fgShape" refType="h" fact="0.95"/>
      <dgm:constr type="ctrX" for="ch" forName="fgShape" refType="w" fact="0.5"/>
      <dgm:constr type="w" for="ch" forName="linComp" refType="w"/>
      <dgm:constr type="h" for="ch" forName="linComp" refType="h"/>
      <dgm:constr type="ctrX" for="ch" forName="linComp" refType="w" fact="0.5"/>
    </dgm:constrLst>
    <dgm:ruleLst/>
    <dgm:layoutNode name="fgShape" styleLbl="fgShp">
      <dgm:alg type="sp"/>
      <dgm:shape xmlns:r="http://schemas.openxmlformats.org/officeDocument/2006/relationships" type="leftRightArrow" r:blip="" zOrderOff="99999">
        <dgm:adjLst/>
      </dgm:shape>
      <dgm:presOf/>
      <dgm:constrLst/>
      <dgm:ruleLst/>
    </dgm:layoutNode>
    <dgm:layoutNode name="linComp">
      <dgm:choose name="Name1">
        <dgm:if name="Name2" func="var" arg="dir" op="equ" val="norm">
          <dgm:alg type="lin"/>
        </dgm:if>
        <dgm:else name="Name3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h"/>
        <dgm:constr type="w" for="ch" ptType="sibTrans" refType="w" refFor="ch" refForName="compNode" fact="0.03"/>
        <dgm:constr type="primFontSz" for="des" ptType="node" op="equ" val="65"/>
      </dgm:constrLst>
      <dgm:ruleLst/>
      <dgm:forEach name="nodesForEach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ch" forName="bkgdShape" refType="w"/>
            <dgm:constr type="h" for="ch" forName="bkgdShape" refType="h"/>
            <dgm:constr type="w" for="ch" forName="nodeTx" refType="w"/>
            <dgm:constr type="h" for="ch" forName="nodeTx" refType="h" fact="0.4"/>
            <dgm:constr type="b" for="ch" forName="nodeTx" refType="h" fact="0.8"/>
            <dgm:constr type="w" for="ch" forName="invisiNode" refType="w" fact="0.01"/>
            <dgm:constr type="h" for="ch" forName="invisiNode" refType="h" fact="0.06"/>
            <dgm:constr type="t" for="ch" forName="invisiNode"/>
            <dgm:constr type="ctrX" for="ch" forName="invisiNode" refType="w" fact="0.5"/>
            <dgm:constr type="h" for="ch" forName="imagNode" refType="h" fact="0.333"/>
            <dgm:constr type="w" for="ch" forName="imagNode" refType="h" refFor="ch" refForName="imagNode"/>
            <dgm:constr type="ctrX" for="ch" forName="imagNode" refType="w" fact="0.5"/>
            <dgm:constr type="t" for="ch" forName="imagNode" refType="h" fact="0.06"/>
            <dgm:constr type="w" for="ch" forName="imagNode" refType="w" op="lte" fact="0.94"/>
          </dgm:constrLst>
          <dgm:ruleLst/>
          <dgm:layoutNode name="bkgdShape">
            <dgm:alg type="sp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OrSelf" ptType="node"/>
            <dgm:constrLst/>
            <dgm:ruleLst/>
          </dgm:layoutNode>
          <dgm:layoutNode name="nodeTx">
            <dgm:varLst>
              <dgm:bulletEnabled val="1"/>
            </dgm:varLst>
            <dgm:alg type="tx">
              <dgm:param type="txAnchorVert" val="mid"/>
              <dgm:param type="txAnchorHorzCh" val="ctr"/>
              <dgm:param type="stBulletLvl" val="2"/>
            </dgm:alg>
            <dgm:shape xmlns:r="http://schemas.openxmlformats.org/officeDocument/2006/relationships" type="rect" r:blip="" hideGeom="1">
              <dgm:adjLst/>
            </dgm:shape>
            <dgm:presOf axis="desOrSelf" ptType="node"/>
            <dgm:constrLst/>
            <dgm:ruleLst>
              <dgm:rule type="primFontSz" val="5" fact="NaN" max="NaN"/>
            </dgm:ruleLst>
          </dgm:layoutNode>
          <dgm:layoutNode name="invisiNode">
            <dgm:alg type="sp"/>
            <dgm:shape xmlns:r="http://schemas.openxmlformats.org/officeDocument/2006/relationships" type="roundRect" r:blip="" hideGeom="1">
              <dgm:adjLst>
                <dgm:adj idx="1" val="0.1"/>
              </dgm:adjLst>
            </dgm:shape>
            <dgm:presOf/>
            <dgm:constrLst/>
            <dgm:ruleLst/>
          </dgm:layoutNode>
          <dgm:layoutNode name="imagNode" styleLbl="fgImgPlace1">
            <dgm:alg type="sp"/>
            <dgm:shape xmlns:r="http://schemas.openxmlformats.org/officeDocument/2006/relationships" type="ellipse" r:blip="" blipPhldr="1">
              <dgm:adjLst/>
            </dgm:shape>
            <dgm:presOf/>
            <dgm:constrLst/>
            <dgm:ruleLst/>
          </dgm:layoutNode>
        </dgm:layoutNode>
        <dgm:forEach name="sibTransForEach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target3">
  <dgm:title val=""/>
  <dgm:desc val=""/>
  <dgm:catLst>
    <dgm:cat type="relationship" pri="11000"/>
    <dgm:cat type="list" pri="22000"/>
    <dgm:cat type="convert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clrData>
  <dgm:layoutNode name="Name0">
    <dgm:varLst>
      <dgm:chMax val="7"/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hoose name="Name3">
          <dgm:if name="Name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1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l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l" for="ch" forName="rect7" refType="r" refFor="ch" refForName="space"/>
              <dgm:constr type="r" for="ch" forName="rect7" refType="w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l" for="ch" forName="rect7ParTx" refType="r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l" for="ch" forName="rect7ChTx" refType="r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l" for="ch" forName="rect7ParTxNoCh" refType="r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11">
            <dgm:constrLst/>
          </dgm:else>
        </dgm:choose>
      </dgm:if>
      <dgm:else name="Name12">
        <dgm:choose name="Name13">
          <dgm:if name="Name1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1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1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1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1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1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2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r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r" for="ch" forName="rect7" refType="l" refFor="ch" refForName="space"/>
              <dgm:constr type="l" for="ch" forName="rect7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r" for="ch" forName="rect7ParTx" refType="l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r" for="ch" forName="rect7ChTx" refType="l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r" for="ch" forName="rect7ParTxNoCh" refType="l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21">
            <dgm:constrLst/>
          </dgm:else>
        </dgm:choose>
      </dgm:else>
    </dgm:choose>
    <dgm:ruleLst/>
    <dgm:forEach name="Name22" axis="ch" ptType="node" cnt="1">
      <dgm:layoutNode name="circle1" styleLbl="node1">
        <dgm:alg type="sp"/>
        <dgm:choose name="Name23">
          <dgm:if name="Name2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rect1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26" axis="ch" ptType="node" st="2" cnt="1">
      <dgm:layoutNode name="vertSpace2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2" styleLbl="node1">
        <dgm:alg type="sp"/>
        <dgm:choose name="Name27">
          <dgm:if name="Name2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2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0" axis="ch" ptType="node" st="3" cnt="1">
      <dgm:layoutNode name="vertSpace3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3" styleLbl="node1">
        <dgm:alg type="sp"/>
        <dgm:choose name="Name31">
          <dgm:if name="Name32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3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3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4" axis="ch" ptType="node" st="4" cnt="1">
      <dgm:layoutNode name="vertSpace4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4" styleLbl="node1">
        <dgm:alg type="sp"/>
        <dgm:choose name="Name35">
          <dgm:if name="Name36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7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4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8" axis="ch" ptType="node" st="5" cnt="1">
      <dgm:layoutNode name="vertSpace5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5" styleLbl="node1">
        <dgm:alg type="sp"/>
        <dgm:choose name="Name39">
          <dgm:if name="Name40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1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5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2" axis="ch" ptType="node" st="6" cnt="1">
      <dgm:layoutNode name="vertSpace6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6" styleLbl="node1">
        <dgm:alg type="sp"/>
        <dgm:choose name="Name43">
          <dgm:if name="Name4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6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6" axis="ch" ptType="node" st="7" cnt="1">
      <dgm:layoutNode name="vertSpace7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7" styleLbl="node1">
        <dgm:alg type="sp"/>
        <dgm:choose name="Name47">
          <dgm:if name="Name4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7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50" axis="ch" ptType="node" cnt="1">
      <dgm:choose name="Name51">
        <dgm:if name="Name52" axis="root des" ptType="all node" func="maxDepth" op="gte" val="2">
          <dgm:layoutNode name="rect1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1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3">
          <dgm:layoutNode name="rect1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4" axis="ch" ptType="node" st="2" cnt="1">
      <dgm:choose name="Name55">
        <dgm:if name="Name56" axis="root des" ptType="all node" func="maxDepth" op="gte" val="2">
          <dgm:layoutNode name="rect2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2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7">
          <dgm:layoutNode name="rect2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8" axis="ch" ptType="node" st="3" cnt="1">
      <dgm:choose name="Name59">
        <dgm:if name="Name60" axis="root des" ptType="all node" func="maxDepth" op="gte" val="2">
          <dgm:layoutNode name="rect3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3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1">
          <dgm:layoutNode name="rect3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2" axis="ch" ptType="node" st="4" cnt="1">
      <dgm:choose name="Name63">
        <dgm:if name="Name64" axis="root des" ptType="all node" func="maxDepth" op="gte" val="2">
          <dgm:layoutNode name="rect4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4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5">
          <dgm:layoutNode name="rect4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6" axis="ch" ptType="node" st="5" cnt="1">
      <dgm:choose name="Name67">
        <dgm:if name="Name68" axis="root des" ptType="all node" func="maxDepth" op="gte" val="2">
          <dgm:layoutNode name="rect5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5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9">
          <dgm:layoutNode name="rect5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0" axis="ch" ptType="node" st="6" cnt="1">
      <dgm:choose name="Name71">
        <dgm:if name="Name72" axis="root des" ptType="all node" func="maxDepth" op="gte" val="2">
          <dgm:layoutNode name="rect6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6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3">
          <dgm:layoutNode name="rect6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4" axis="ch" ptType="node" st="7" cnt="1">
      <dgm:choose name="Name75">
        <dgm:if name="Name76" axis="root des" ptType="all node" func="maxDepth" op="gte" val="2">
          <dgm:layoutNode name="rect7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7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7">
          <dgm:layoutNode name="rect7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9CCAC3FB-F4E3-4FD0-BC46-E9FA14EFD7E0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77875" y="1200150"/>
            <a:ext cx="5759450" cy="3240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620577"/>
            <a:ext cx="5852160" cy="3780473"/>
          </a:xfrm>
          <a:prstGeom prst="rect">
            <a:avLst/>
          </a:prstGeom>
        </p:spPr>
        <p:txBody>
          <a:bodyPr vert="horz" lIns="96661" tIns="48331" rIns="96661" bIns="48331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DF9625B0-023F-45EA-A50B-BE8DFC8B91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87458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9625B0-023F-45EA-A50B-BE8DFC8B917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8847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9625B0-023F-45EA-A50B-BE8DFC8B9170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37471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688894-4155-4D84-9C5E-FE2DA2828D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B66A29-BC34-46A3-BAB5-86D8B792A3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888BFD-DE3E-4135-964C-0AD1925D3D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BFCCC-AC47-403C-9366-347A84B7B55C}" type="datetime1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C91BF2-4E35-437E-8E8D-090448EF22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137B1E-7BAB-4998-87DC-E186512F48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18F05-C3D0-4616-BBA3-717C141F9F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2570461"/>
      </p:ext>
    </p:extLst>
  </p:cSld>
  <p:clrMapOvr>
    <a:masterClrMapping/>
  </p:clrMapOvr>
  <p:transition spd="slow">
    <p:cover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52C116-ECAD-4303-A896-3407D9A93E7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899794"/>
            <a:ext cx="10515600" cy="770171"/>
          </a:xfrm>
        </p:spPr>
        <p:txBody>
          <a:bodyPr/>
          <a:lstStyle>
            <a:lvl1pPr>
              <a:defRPr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   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3AA22A-CDA7-4400-9298-3D045B2968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EA983A-956B-450B-8E05-904A63841C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2AF64-4213-43C9-960F-27DD95E38FA1}" type="datetime1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113DFD-2903-4B27-85AD-3E0A79DF6A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E1CA66-118D-4580-811D-DA5ED21AB3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18F05-C3D0-4616-BBA3-717C141F9FDD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85956A7-AA72-4797-98BD-E6EBAE6730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69965"/>
            <a:ext cx="10429240" cy="155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488163"/>
      </p:ext>
    </p:extLst>
  </p:cSld>
  <p:clrMapOvr>
    <a:masterClrMapping/>
  </p:clrMapOvr>
  <p:transition spd="slow">
    <p:cover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A6C6A5-FAB2-40F8-8BAF-FE6A5D0023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1F8013-D8C8-4740-B56D-444259A372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5ABB6C-2E36-4B31-8428-ED7048D113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1BA710-185D-4223-B55E-854EC505C269}" type="datetime1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BC9BB5-8E56-4F93-8848-622EA7BA7B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86AF97-84BF-4D60-9264-E22A8C124F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18F05-C3D0-4616-BBA3-717C141F9F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1101257"/>
      </p:ext>
    </p:extLst>
  </p:cSld>
  <p:clrMapOvr>
    <a:masterClrMapping/>
  </p:clrMapOvr>
  <p:transition spd="slow">
    <p:cover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791825-E5BD-45E6-84C7-E133C3A4A7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47D092-DFBB-45FB-828A-6A0DB330E9F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41EC57-E19F-4B2B-8406-1C53100D13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D765F8-A4F1-4623-8457-F12CB09533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040B2C-6950-4B0D-818E-B8BD47969A94}" type="datetime1">
              <a:rPr lang="en-US" smtClean="0"/>
              <a:t>3/29/2026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B224BF-EC2C-4A1D-9B18-ED0833ED95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26699F-011D-44AE-A0DA-3401655E98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18F05-C3D0-4616-BBA3-717C141F9F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8469681"/>
      </p:ext>
    </p:extLst>
  </p:cSld>
  <p:clrMapOvr>
    <a:masterClrMapping/>
  </p:clrMapOvr>
  <p:transition spd="slow">
    <p:cover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86D697-52B3-43CF-88E0-F99E392EFE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8BA3FA-EC9A-4F5F-A3A2-9EF8962906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0052B8-5A68-4764-A4CE-8D9363E202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7417DE9-A005-47E9-B712-E4F1AA51C26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461D8AA-3CDC-4376-91D9-722A9D2C44F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15927B3-FC77-4576-9A32-92998918CE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D9B498-8226-41DF-A95D-4B1758C7295D}" type="datetime1">
              <a:rPr lang="en-US" smtClean="0"/>
              <a:t>3/29/2026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A7D9DE0-A715-460B-814A-8026DE279C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95F2853-9BC0-400E-92D7-4985FFDBAC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18F05-C3D0-4616-BBA3-717C141F9F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9493879"/>
      </p:ext>
    </p:extLst>
  </p:cSld>
  <p:clrMapOvr>
    <a:masterClrMapping/>
  </p:clrMapOvr>
  <p:transition spd="slow">
    <p:cover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6B97B1-80AB-459A-9644-65A9F69B35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F7213B7-1608-4813-A97B-FB76B05D63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0EDAA-89A1-4F8A-9962-D9E2809FA9E9}" type="datetime1">
              <a:rPr lang="en-US" smtClean="0"/>
              <a:t>3/29/2026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6C4C3D1-A8F6-4C9D-B60C-6BF62A595C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40746B-D40D-46D7-BB93-3A33784C21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18F05-C3D0-4616-BBA3-717C141F9F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7849972"/>
      </p:ext>
    </p:extLst>
  </p:cSld>
  <p:clrMapOvr>
    <a:masterClrMapping/>
  </p:clrMapOvr>
  <p:transition spd="slow">
    <p:cover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4BEA768-6484-41F2-B2A9-7012084C4C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620A11-D262-4E8F-A94D-180ED31AEA1B}" type="datetime1">
              <a:rPr lang="en-US" smtClean="0"/>
              <a:t>3/29/2026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39184B5-F788-4F21-9026-011EA48F47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A0AE82-B26E-4962-B970-F15232ABB2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18F05-C3D0-4616-BBA3-717C141F9F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8555139"/>
      </p:ext>
    </p:extLst>
  </p:cSld>
  <p:clrMapOvr>
    <a:masterClrMapping/>
  </p:clrMapOvr>
  <p:transition spd="slow">
    <p:cover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3E3A4F-9D1A-4926-86E5-E71301239F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38A4F9-798A-4677-8F4E-5549A01175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A4FE3A-6BA2-4BD9-BE2E-DAC2668DEB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20871B-A600-4C4C-A3F2-334C8E47AD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517792-C37F-4A34-A112-F0070C7F4333}" type="datetime1">
              <a:rPr lang="en-US" smtClean="0"/>
              <a:t>3/29/2026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0735C4-09C4-4C76-A82E-578462D526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1CF71A-C2EF-4A7A-942F-22B9CB3259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18F05-C3D0-4616-BBA3-717C141F9F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8915290"/>
      </p:ext>
    </p:extLst>
  </p:cSld>
  <p:clrMapOvr>
    <a:masterClrMapping/>
  </p:clrMapOvr>
  <p:transition spd="slow">
    <p:cover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46F004-0B4A-4642-8FB6-D168BC7DE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7F6E614-18C5-4C29-8C50-7E6DFBE7830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82BB79-4F4D-4702-B6FD-F14270E44C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2A889B-CFF9-41AB-A1C9-AC400E2CB0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84BC26-91B1-4C50-BE35-8795EE1A2356}" type="datetime1">
              <a:rPr lang="en-US" smtClean="0"/>
              <a:t>3/29/2026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AF99A2-4880-43C4-B267-327FE780BD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4F1651-4245-4DD9-9561-94D319E7B3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18F05-C3D0-4616-BBA3-717C141F9F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8276926"/>
      </p:ext>
    </p:extLst>
  </p:cSld>
  <p:clrMapOvr>
    <a:masterClrMapping/>
  </p:clrMapOvr>
  <p:transition spd="slow">
    <p:cover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75A355-38AD-41DF-A324-E7D69013FE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7642A4-A234-4CCF-BECE-50D382E2E8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3063C5-143E-4C1A-AB30-62A29DB285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89D6F-C8DE-4D62-A7E4-AA6606139B7B}" type="datetime1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BD1F96-CB4F-436A-AB8C-2E58DAECC4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C23CB2-93C9-4834-8FB4-6EE339ECE7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18F05-C3D0-4616-BBA3-717C141F9F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3717153"/>
      </p:ext>
    </p:extLst>
  </p:cSld>
  <p:clrMapOvr>
    <a:masterClrMapping/>
  </p:clrMapOvr>
  <p:transition spd="slow">
    <p:cover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86DA8E5-22B5-465D-8FED-3E2F6463E2C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62BED7-1D4B-4AFF-883C-E02ABDF721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F5CC37-2BBB-4619-B66A-DEE44F93A8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8D7F89-E7DD-42D8-8B58-5235AB686501}" type="datetime1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6735AE-23DE-4EEE-B3CF-AED96FE049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8AEDE2-8A1C-4EC3-8107-4E72ACCCB8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18F05-C3D0-4616-BBA3-717C141F9F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5474089"/>
      </p:ext>
    </p:extLst>
  </p:cSld>
  <p:clrMapOvr>
    <a:masterClrMapping/>
  </p:clrMapOvr>
  <p:transition spd="slow">
    <p:cover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>
            <a:extLst>
              <a:ext uri="{FF2B5EF4-FFF2-40B4-BE49-F238E27FC236}">
                <a16:creationId xmlns:a16="http://schemas.microsoft.com/office/drawing/2014/main" id="{23DE32A5-6181-4C51-AD5C-3F1A448478A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</p:spTree>
    <p:extLst>
      <p:ext uri="{BB962C8B-B14F-4D97-AF65-F5344CB8AC3E}">
        <p14:creationId xmlns:p14="http://schemas.microsoft.com/office/powerpoint/2010/main" val="329396460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67A810-A464-FE12-163B-55ADFE2A68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6A19D4-86EE-1B87-46B9-032917C2FA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D9BD3E-E9CF-7B01-5ED2-F5B45EDB40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8EAE94-169A-4DEA-88B3-C5D4C882F9E6}" type="datetime1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D084CC-8657-F2DA-69B3-241A99D1B6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0FF078-30D4-9585-02AC-C2E6EF1CF1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4F80E-482E-4152-8B87-3077434201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402078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22A819-B3A7-9EDE-D7C3-8FB5905CF5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2F5DB1-02ED-A8DC-FCCA-A67B70854F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70D0BC-9110-A470-5EF0-0EE552754C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0A0D3-0C2F-4BEA-84B5-7A68FF7D3368}" type="datetime1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ECAEF6-A369-88B7-CDFA-FD9B105A01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4E8CA5-2E17-0D2F-91F7-5B6D1F609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4F80E-482E-4152-8B87-3077434201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180413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8ABC56-21FB-EEBE-BC45-5143BF87DF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3D6BE9-3C2A-17FB-87C2-BD24B15FD0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951AE2-0DCB-46F1-BF15-DCB53B6949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3E77CB-656F-4EBB-A136-C3FDD4612D88}" type="datetime1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09D729-474E-9735-DE7E-D1147752E3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4E9282-36B8-CDA7-0FE2-278ED01B4A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4F80E-482E-4152-8B87-3077434201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310223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61D262-2836-99AF-CD7F-CB09EBB398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B5AC74-7D82-0857-7A99-B3C8E1CF928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F71E60-CE81-1078-FC4A-2F236B3B75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32336D-62BB-3C32-00C5-9D0E31123C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743B88-0020-44C3-AFFF-0E49B3F2463F}" type="datetime1">
              <a:rPr lang="en-US" smtClean="0"/>
              <a:t>3/29/2026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DBAA1B-1B83-4E47-FC94-56945DF69F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153828-C9D9-3885-41D7-5E3D19CEC4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4F80E-482E-4152-8B87-3077434201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53158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825B05-E4CA-C872-C737-384851CF3F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C91738-D01E-5EFB-D0AA-AEB2225CFE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B6D1D1-1490-4FD9-E33F-62AA0131DF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CBF92C-ED85-F3C8-F15C-1E6FC740C0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D76428E-0AAC-D3DE-20C8-EA750218376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58B2622-6BE3-55A3-0DEE-68E33DBE66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4CEAF6-1CA4-4C7E-B724-B5BFAE52D2EC}" type="datetime1">
              <a:rPr lang="en-US" smtClean="0"/>
              <a:t>3/29/2026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CBFB727-1FF9-41C3-14DC-50BA52FBD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E84B5BB-B963-E192-736E-B1423F3706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4F80E-482E-4152-8B87-3077434201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522295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2FB03B-12DA-4E43-DC6D-EEC29D77FF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4979CED-C82A-ACFF-8E14-8CE9181CF8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A1EF69-7311-47DF-91AB-4FFEC211C186}" type="datetime1">
              <a:rPr lang="en-US" smtClean="0"/>
              <a:t>3/29/2026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67D8EB3-D3FC-57DF-D0FB-74B5E51CB7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957E2E-4D48-BFA2-D83B-87A59325A0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4F80E-482E-4152-8B87-3077434201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320204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BC5E7A8-5103-20A9-A0E9-C3197177B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B2BCF3-8539-4470-923F-7F39E7B06160}" type="datetime1">
              <a:rPr lang="en-US" smtClean="0"/>
              <a:t>3/29/2026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94F5766-83A2-B291-33A5-2509C68D55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F19B18-73D1-83C7-21E4-F6EDF91DD2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4F80E-482E-4152-8B87-3077434201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887387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DAD715-3C0B-712B-DBB4-A1261A9440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48FF22-C30F-12D8-7720-6CF08DF8F1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6C555E-7B14-96BB-B707-49A651F2B3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E39B85-01E5-8EE2-1A44-6E65CEB0B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57B67-1871-4DA7-89AF-FD4FF5F50C5A}" type="datetime1">
              <a:rPr lang="en-US" smtClean="0"/>
              <a:t>3/29/2026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EE0D45-79E5-9F78-F370-BBE5A24AB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492228-BB35-5FE5-E42A-CE14EB8225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4F80E-482E-4152-8B87-3077434201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174557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3E0BAE-D582-EAA2-4D28-5AD6F5EF16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02BF636-3B14-35FC-D8FF-3DB13B7CD16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D90041-5F80-20E5-589A-F56EC4C8A5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887C5B-7C80-072D-AD96-3074B0BD32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49DF5-0705-4657-A2EF-74F3755D8D7A}" type="datetime1">
              <a:rPr lang="en-US" smtClean="0"/>
              <a:t>3/29/2026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908263-70AB-E265-FDC0-14421EDF16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C41AD7-EE57-84C5-204C-EF2C2FDF52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4F80E-482E-4152-8B87-3077434201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149668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ACA70C-1631-0CC4-5DD0-35555227DF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081EEE-264D-6362-7C38-AE1A1009B8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856F1C-1BF2-C395-E0C9-D58EFF475D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47786-DC32-4A50-B49D-7DE296F09924}" type="datetime1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47E846-2998-E810-75E4-C6E71E818A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1572BB-B40C-3C94-F680-4980CFBED7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4F80E-482E-4152-8B87-3077434201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610943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D161CA6-2CA4-9E45-E3DB-FD2CD59D6E7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C569F6A-D44C-800E-6B4D-7C659D853B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4CF0E0-29D4-256B-03DD-1359C345B6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C83A5-D720-4336-AC7F-F62CB3903813}" type="datetime1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9D93AF-A6D0-37AB-B793-53CDFA889D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C662B0-5855-FE87-F83A-338D29F864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4F80E-482E-4152-8B87-3077434201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04729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1512697-5905-4060-972C-055636AD16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170361-75E7-45BA-AEAF-7DA913AE80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2D57C2-4B04-40B0-BD2D-1B87544A00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966669-728A-4767-A58B-E061FE28389A}" type="datetime1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4E8C28-69FA-48EC-AB64-A194B89A6E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1F9104-4FD5-42C6-87B6-002371A14F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E18F05-C3D0-4616-BBA3-717C141F9FDD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0AC6A71-0258-8E15-596C-A49AC6B5AE73}"/>
              </a:ext>
            </a:extLst>
          </p:cNvPr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10600" y="259400"/>
            <a:ext cx="3142494" cy="365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30233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ransition spd="slow">
    <p:cover/>
  </p:transition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6E3397D-9FB2-09F8-105B-168634527D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6A3588-F929-1590-1A3B-5954709C4C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76519E-DBB2-C833-E6ED-BE195FA4B6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7E466D2-B7C0-4A86-8132-5C4294393C50}" type="datetime1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E0197E-D729-1883-52C1-0FAC85E5A4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AD1F47-0E3C-D8A7-3B0C-AD8B0784CF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034F80E-482E-4152-8B87-3077434201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5208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jpeg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3.xml"/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12" Type="http://schemas.microsoft.com/office/2007/relationships/diagramDrawing" Target="../diagrams/drawing3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11" Type="http://schemas.openxmlformats.org/officeDocument/2006/relationships/diagramColors" Target="../diagrams/colors3.xml"/><Relationship Id="rId5" Type="http://schemas.openxmlformats.org/officeDocument/2006/relationships/diagramQuickStyle" Target="../diagrams/quickStyle2.xml"/><Relationship Id="rId10" Type="http://schemas.openxmlformats.org/officeDocument/2006/relationships/diagramQuickStyle" Target="../diagrams/quickStyle3.xml"/><Relationship Id="rId4" Type="http://schemas.openxmlformats.org/officeDocument/2006/relationships/diagramLayout" Target="../diagrams/layout2.xml"/><Relationship Id="rId9" Type="http://schemas.openxmlformats.org/officeDocument/2006/relationships/diagramLayout" Target="../diagrams/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5.xml"/><Relationship Id="rId3" Type="http://schemas.openxmlformats.org/officeDocument/2006/relationships/diagramLayout" Target="../diagrams/layout4.xml"/><Relationship Id="rId7" Type="http://schemas.openxmlformats.org/officeDocument/2006/relationships/diagramData" Target="../diagrams/data5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11" Type="http://schemas.microsoft.com/office/2007/relationships/diagramDrawing" Target="../diagrams/drawing5.xml"/><Relationship Id="rId5" Type="http://schemas.openxmlformats.org/officeDocument/2006/relationships/diagramColors" Target="../diagrams/colors4.xml"/><Relationship Id="rId10" Type="http://schemas.openxmlformats.org/officeDocument/2006/relationships/diagramColors" Target="../diagrams/colors5.xml"/><Relationship Id="rId4" Type="http://schemas.openxmlformats.org/officeDocument/2006/relationships/diagramQuickStyle" Target="../diagrams/quickStyle4.xml"/><Relationship Id="rId9" Type="http://schemas.openxmlformats.org/officeDocument/2006/relationships/diagramQuickStyle" Target="../diagrams/quickStyle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E37D4E1-500A-8D99-BC8A-0B00A8379B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2771" y="643812"/>
            <a:ext cx="11559074" cy="1176611"/>
          </a:xfrm>
        </p:spPr>
        <p:txBody>
          <a:bodyPr>
            <a:normAutofit/>
          </a:bodyPr>
          <a:lstStyle/>
          <a:p>
            <a:pPr algn="l"/>
            <a:r>
              <a:rPr lang="en-US" sz="3600" dirty="0">
                <a:solidFill>
                  <a:schemeClr val="bg2">
                    <a:lumMod val="75000"/>
                  </a:schemeClr>
                </a:solidFill>
              </a:rPr>
              <a:t>Driver Drowsiness &amp;</a:t>
            </a:r>
            <a:br>
              <a:rPr lang="en-US" sz="3600" dirty="0">
                <a:solidFill>
                  <a:schemeClr val="bg2">
                    <a:lumMod val="75000"/>
                  </a:schemeClr>
                </a:solidFill>
              </a:rPr>
            </a:br>
            <a:r>
              <a:rPr lang="en-US" sz="3600" dirty="0">
                <a:solidFill>
                  <a:schemeClr val="bg2">
                    <a:lumMod val="75000"/>
                  </a:schemeClr>
                </a:solidFill>
              </a:rPr>
              <a:t>Distraction Detection System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7294EAD9-1127-68CC-65A9-0A6ACAAEA3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203" y="3100576"/>
            <a:ext cx="5638797" cy="2579093"/>
          </a:xfrm>
        </p:spPr>
        <p:txBody>
          <a:bodyPr>
            <a:normAutofit/>
          </a:bodyPr>
          <a:lstStyle/>
          <a:p>
            <a:pPr algn="just"/>
            <a:r>
              <a:rPr lang="en-US" sz="2000" dirty="0"/>
              <a:t>Team Member 1 :  Jayati Vyas</a:t>
            </a:r>
          </a:p>
          <a:p>
            <a:pPr algn="just"/>
            <a:r>
              <a:rPr lang="en-US" sz="2000" dirty="0"/>
              <a:t>Team Member 2 : Shyam </a:t>
            </a:r>
            <a:r>
              <a:rPr lang="en-US" sz="2000" dirty="0" err="1"/>
              <a:t>Radadia</a:t>
            </a:r>
            <a:endParaRPr lang="en-US" sz="2000" dirty="0"/>
          </a:p>
          <a:p>
            <a:pPr algn="just"/>
            <a:r>
              <a:rPr lang="en-US" sz="2000" dirty="0"/>
              <a:t>Team Member 3: Mahi Maheshwari</a:t>
            </a:r>
          </a:p>
          <a:p>
            <a:pPr algn="just"/>
            <a:r>
              <a:rPr lang="en-US" sz="2000" dirty="0"/>
              <a:t>Team Member 4 : Himanshu Pradhan</a:t>
            </a:r>
          </a:p>
          <a:p>
            <a:pPr algn="just"/>
            <a:r>
              <a:rPr lang="en-US" sz="2000" dirty="0"/>
              <a:t>Team Member 5 : Durva Pandya</a:t>
            </a:r>
          </a:p>
          <a:p>
            <a:pPr algn="just"/>
            <a:endParaRPr lang="en-US" sz="2000" dirty="0"/>
          </a:p>
          <a:p>
            <a:pPr algn="just"/>
            <a:endParaRPr lang="en-US" sz="2000" dirty="0"/>
          </a:p>
          <a:p>
            <a:pPr algn="just"/>
            <a:endParaRPr lang="en-US" sz="2000" dirty="0"/>
          </a:p>
          <a:p>
            <a:pPr algn="just"/>
            <a:endParaRPr lang="en-US" sz="2000" b="1" dirty="0"/>
          </a:p>
          <a:p>
            <a:pPr algn="just"/>
            <a:endParaRPr lang="en-US" sz="2000" b="1" dirty="0"/>
          </a:p>
          <a:p>
            <a:endParaRPr lang="en-US" sz="2800" b="1" dirty="0"/>
          </a:p>
          <a:p>
            <a:endParaRPr lang="en-US" sz="2800" b="1" dirty="0"/>
          </a:p>
        </p:txBody>
      </p:sp>
      <p:sp>
        <p:nvSpPr>
          <p:cNvPr id="2" name="Subtitle 4">
            <a:extLst>
              <a:ext uri="{FF2B5EF4-FFF2-40B4-BE49-F238E27FC236}">
                <a16:creationId xmlns:a16="http://schemas.microsoft.com/office/drawing/2014/main" id="{6E99358A-966B-7463-E06E-A6B5F30A3E9E}"/>
              </a:ext>
            </a:extLst>
          </p:cNvPr>
          <p:cNvSpPr txBox="1">
            <a:spLocks/>
          </p:cNvSpPr>
          <p:nvPr/>
        </p:nvSpPr>
        <p:spPr>
          <a:xfrm>
            <a:off x="402771" y="4791302"/>
            <a:ext cx="5442857" cy="15293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800" b="1" dirty="0"/>
          </a:p>
        </p:txBody>
      </p:sp>
      <p:sp>
        <p:nvSpPr>
          <p:cNvPr id="11" name="Title 3">
            <a:extLst>
              <a:ext uri="{FF2B5EF4-FFF2-40B4-BE49-F238E27FC236}">
                <a16:creationId xmlns:a16="http://schemas.microsoft.com/office/drawing/2014/main" id="{063AC069-7FB4-EAD7-5966-3FC17882B0C5}"/>
              </a:ext>
            </a:extLst>
          </p:cNvPr>
          <p:cNvSpPr txBox="1">
            <a:spLocks/>
          </p:cNvSpPr>
          <p:nvPr/>
        </p:nvSpPr>
        <p:spPr>
          <a:xfrm>
            <a:off x="402771" y="5415475"/>
            <a:ext cx="10610669" cy="54368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US" sz="2400" dirty="0">
              <a:solidFill>
                <a:schemeClr val="accent3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FAC75C1-36EF-13CC-0762-FD0E80962DE6}"/>
              </a:ext>
            </a:extLst>
          </p:cNvPr>
          <p:cNvSpPr txBox="1"/>
          <p:nvPr/>
        </p:nvSpPr>
        <p:spPr>
          <a:xfrm>
            <a:off x="457203" y="2165433"/>
            <a:ext cx="60975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dirty="0"/>
              <a:t>Team Name: Group-3</a:t>
            </a:r>
          </a:p>
          <a:p>
            <a:pPr algn="l"/>
            <a:r>
              <a:rPr lang="en-US" dirty="0"/>
              <a:t>Program: PGDM AI &amp; DS</a:t>
            </a:r>
            <a:endParaRPr lang="en-IN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C796E83-CFC9-4A2B-A1F0-FF60B411A8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4103" y="2220686"/>
            <a:ext cx="2650787" cy="3125417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10E78CC9-45A2-1D62-0DDB-55B43F3CC8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37506" y="3455547"/>
            <a:ext cx="2889769" cy="3038559"/>
          </a:xfrm>
          <a:prstGeom prst="rect">
            <a:avLst/>
          </a:prstGeom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CA7A1DC6-1C11-9EEB-3974-5097376521A9}"/>
              </a:ext>
            </a:extLst>
          </p:cNvPr>
          <p:cNvGrpSpPr>
            <a:grpSpLocks/>
          </p:cNvGrpSpPr>
          <p:nvPr/>
        </p:nvGrpSpPr>
        <p:grpSpPr>
          <a:xfrm>
            <a:off x="402772" y="1830525"/>
            <a:ext cx="11195180" cy="59270"/>
            <a:chOff x="0" y="0"/>
            <a:chExt cx="9144000" cy="65277"/>
          </a:xfrm>
        </p:grpSpPr>
        <p:pic>
          <p:nvPicPr>
            <p:cNvPr id="18" name="Image 3">
              <a:extLst>
                <a:ext uri="{FF2B5EF4-FFF2-40B4-BE49-F238E27FC236}">
                  <a16:creationId xmlns:a16="http://schemas.microsoft.com/office/drawing/2014/main" id="{C4C086EC-A067-0A34-8CFE-8E3EF4B9DA76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0" y="0"/>
              <a:ext cx="5797296" cy="60960"/>
            </a:xfrm>
            <a:prstGeom prst="rect">
              <a:avLst/>
            </a:prstGeom>
          </p:spPr>
        </p:pic>
        <p:sp>
          <p:nvSpPr>
            <p:cNvPr id="19" name="Graphic 4">
              <a:extLst>
                <a:ext uri="{FF2B5EF4-FFF2-40B4-BE49-F238E27FC236}">
                  <a16:creationId xmlns:a16="http://schemas.microsoft.com/office/drawing/2014/main" id="{5D5D70FD-96AA-9EBF-4809-82FC32632497}"/>
                </a:ext>
              </a:extLst>
            </p:cNvPr>
            <p:cNvSpPr/>
            <p:nvPr/>
          </p:nvSpPr>
          <p:spPr>
            <a:xfrm>
              <a:off x="0" y="64007"/>
              <a:ext cx="9144000" cy="1270"/>
            </a:xfrm>
            <a:custGeom>
              <a:avLst/>
              <a:gdLst/>
              <a:ahLst/>
              <a:cxnLst/>
              <a:rect l="l" t="t" r="r" b="b"/>
              <a:pathLst>
                <a:path w="9144000">
                  <a:moveTo>
                    <a:pt x="0" y="0"/>
                  </a:moveTo>
                  <a:lnTo>
                    <a:pt x="9144000" y="0"/>
                  </a:lnTo>
                </a:path>
              </a:pathLst>
            </a:custGeom>
            <a:ln w="9144">
              <a:solidFill>
                <a:srgbClr val="A6A6A6"/>
              </a:solidFill>
              <a:prstDash val="solid"/>
            </a:ln>
          </p:spPr>
          <p:txBody>
            <a:bodyPr wrap="square" lIns="0" tIns="0" rIns="0" bIns="0" rtlCol="0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N" sz="2000" b="1"/>
            </a:p>
          </p:txBody>
        </p:sp>
      </p:grpSp>
      <p:pic>
        <p:nvPicPr>
          <p:cNvPr id="14" name="Picture 13">
            <a:extLst>
              <a:ext uri="{FF2B5EF4-FFF2-40B4-BE49-F238E27FC236}">
                <a16:creationId xmlns:a16="http://schemas.microsoft.com/office/drawing/2014/main" id="{B2D6E934-A9E8-7ECF-436D-407C24A69A9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38442" y="792479"/>
            <a:ext cx="2650787" cy="2636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9116913"/>
      </p:ext>
    </p:extLst>
  </p:cSld>
  <p:clrMapOvr>
    <a:masterClrMapping/>
  </p:clrMapOvr>
  <p:transition spd="slow">
    <p:cover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D54533-D062-7CFF-9CE9-0CB28A2335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998376"/>
            <a:ext cx="10515600" cy="731927"/>
          </a:xfrm>
        </p:spPr>
        <p:txBody>
          <a:bodyPr>
            <a:noAutofit/>
          </a:bodyPr>
          <a:lstStyle/>
          <a:p>
            <a:r>
              <a:rPr lang="en-US" sz="3600" dirty="0">
                <a:latin typeface="Adani Regular" panose="02000503000000020004" pitchFamily="2" charset="0"/>
              </a:rPr>
              <a:t>Problem</a:t>
            </a:r>
            <a:endParaRPr lang="en-IN" sz="3600" dirty="0">
              <a:latin typeface="Adani Regular" panose="02000503000000020004" pitchFamily="2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9BC2EA-79DE-ADA0-E8BF-0F3E38CB84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sz="1600" dirty="0">
              <a:latin typeface="Adani Regular" panose="02000503000000020004" pitchFamily="2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B301EDF-2C12-5F4C-5E94-CDFF589972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US" sz="1600" dirty="0">
              <a:latin typeface="Adani Regular" panose="02000503000000020004" pitchFamily="2" charset="0"/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E3567F61-405F-3A48-C210-C5F7717978C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199" y="3619926"/>
            <a:ext cx="10059955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dani Regular" panose="02000503000000020004" pitchFamily="2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dani Regular" panose="02000503000000020004" pitchFamily="2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dani Regular" panose="02000503000000020004" pitchFamily="2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55B9549-6804-FB9E-0ACF-6E949030287E}"/>
              </a:ext>
            </a:extLst>
          </p:cNvPr>
          <p:cNvSpPr/>
          <p:nvPr/>
        </p:nvSpPr>
        <p:spPr>
          <a:xfrm>
            <a:off x="1001486" y="1919263"/>
            <a:ext cx="4886130" cy="1700664"/>
          </a:xfrm>
          <a:prstGeom prst="roundRect">
            <a:avLst>
              <a:gd name="adj" fmla="val 50000"/>
            </a:avLst>
          </a:prstGeom>
          <a:solidFill>
            <a:srgbClr val="A9D7BB"/>
          </a:solidFill>
          <a:ln w="7620">
            <a:solidFill>
              <a:srgbClr val="AFCBF8"/>
            </a:solidFill>
            <a:prstDash val="solid"/>
          </a:ln>
        </p:spPr>
        <p:txBody>
          <a:bodyPr rtlCol="0" anchor="ctr"/>
          <a:lstStyle/>
          <a:p>
            <a:pPr algn="ctr"/>
            <a:r>
              <a:rPr lang="en-US" sz="1600" dirty="0">
                <a:latin typeface="Adani Regular" panose="02000503000000020004" pitchFamily="2" charset="0"/>
              </a:rPr>
              <a:t>Driver fatigue and lack of attention are major causes of road accidents worldwide, contributing to over 25% of fatal cases.</a:t>
            </a:r>
            <a:endParaRPr lang="en-IN" sz="1600" dirty="0">
              <a:latin typeface="Adani Regular" panose="02000503000000020004" pitchFamily="2" charset="0"/>
              <a:ea typeface="Roboto" pitchFamily="34" charset="-122"/>
              <a:cs typeface="Roboto" pitchFamily="34" charset="-120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59D9B444-EC0E-E57C-5BFF-C5F551514114}"/>
              </a:ext>
            </a:extLst>
          </p:cNvPr>
          <p:cNvSpPr/>
          <p:nvPr/>
        </p:nvSpPr>
        <p:spPr>
          <a:xfrm>
            <a:off x="6167535" y="1942345"/>
            <a:ext cx="4886130" cy="1677580"/>
          </a:xfrm>
          <a:prstGeom prst="roundRect">
            <a:avLst>
              <a:gd name="adj" fmla="val 50000"/>
            </a:avLst>
          </a:prstGeom>
          <a:solidFill>
            <a:srgbClr val="A9D7BB"/>
          </a:solidFill>
          <a:ln w="7620">
            <a:solidFill>
              <a:srgbClr val="AFCBF8"/>
            </a:solidFill>
            <a:prstDash val="solid"/>
          </a:ln>
        </p:spPr>
        <p:txBody>
          <a:bodyPr rtlCol="0" anchor="ctr"/>
          <a:lstStyle/>
          <a:p>
            <a:pPr algn="ctr"/>
            <a:r>
              <a:rPr lang="en-US" sz="1600" dirty="0">
                <a:latin typeface="Adani Regular" panose="02000503000000020004" pitchFamily="2" charset="0"/>
              </a:rPr>
              <a:t>Drowsiness acts as a “silent killer,” where drivers experience micro-sleeps without realizing the danger.</a:t>
            </a:r>
            <a:endParaRPr lang="en-IN" sz="1600" dirty="0">
              <a:latin typeface="Adani Regular" panose="02000503000000020004" pitchFamily="2" charset="0"/>
              <a:ea typeface="Roboto" pitchFamily="34" charset="-122"/>
              <a:cs typeface="Roboto" pitchFamily="34" charset="-120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57295F84-6620-5097-54EB-CC2974D9374B}"/>
              </a:ext>
            </a:extLst>
          </p:cNvPr>
          <p:cNvSpPr/>
          <p:nvPr/>
        </p:nvSpPr>
        <p:spPr>
          <a:xfrm>
            <a:off x="1001486" y="4035424"/>
            <a:ext cx="4886131" cy="1721634"/>
          </a:xfrm>
          <a:prstGeom prst="roundRect">
            <a:avLst>
              <a:gd name="adj" fmla="val 50000"/>
            </a:avLst>
          </a:prstGeom>
          <a:solidFill>
            <a:srgbClr val="A9D7BB"/>
          </a:solidFill>
          <a:ln w="7620">
            <a:solidFill>
              <a:srgbClr val="AFCBF8"/>
            </a:solidFill>
            <a:prstDash val="solid"/>
          </a:ln>
        </p:spPr>
        <p:txBody>
          <a:bodyPr rtlCol="0" anchor="ctr"/>
          <a:lstStyle/>
          <a:p>
            <a:pPr algn="ctr"/>
            <a:r>
              <a:rPr lang="en-US" sz="1600" dirty="0">
                <a:latin typeface="Adani Regular" panose="02000503000000020004" pitchFamily="2" charset="0"/>
              </a:rPr>
              <a:t>Modern distractions like smartphones and infotainment systems further reduce driver focus, increasing accident risk.</a:t>
            </a:r>
            <a:endParaRPr lang="en-IN" sz="1600" dirty="0">
              <a:latin typeface="Adani Regular" panose="02000503000000020004" pitchFamily="2" charset="0"/>
              <a:ea typeface="Roboto" pitchFamily="34" charset="-122"/>
              <a:cs typeface="Roboto" pitchFamily="34" charset="-120"/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112E1FA4-7D01-A62A-1879-297A2C806192}"/>
              </a:ext>
            </a:extLst>
          </p:cNvPr>
          <p:cNvSpPr/>
          <p:nvPr/>
        </p:nvSpPr>
        <p:spPr>
          <a:xfrm>
            <a:off x="6304384" y="4079478"/>
            <a:ext cx="4886130" cy="1677580"/>
          </a:xfrm>
          <a:prstGeom prst="roundRect">
            <a:avLst>
              <a:gd name="adj" fmla="val 50000"/>
            </a:avLst>
          </a:prstGeom>
          <a:solidFill>
            <a:srgbClr val="A9D7BB"/>
          </a:solidFill>
          <a:ln w="7620">
            <a:solidFill>
              <a:srgbClr val="AFCBF8"/>
            </a:solidFill>
            <a:prstDash val="solid"/>
          </a:ln>
        </p:spPr>
        <p:txBody>
          <a:bodyPr rtlCol="0" anchor="ctr"/>
          <a:lstStyle/>
          <a:p>
            <a:pPr algn="ctr"/>
            <a:r>
              <a:rPr lang="en-US" sz="1600" dirty="0"/>
              <a:t>Micro-sleeps (1–5 seconds) can occur without warning, and even a few seconds of sleep can lead to serious accidents.</a:t>
            </a:r>
            <a:endParaRPr lang="en-IN" sz="1600" dirty="0">
              <a:latin typeface="Adani Regular" panose="02000503000000020004" pitchFamily="2" charset="0"/>
              <a:ea typeface="Roboto" pitchFamily="34" charset="-122"/>
              <a:cs typeface="Roboto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193815174"/>
      </p:ext>
    </p:extLst>
  </p:cSld>
  <p:clrMapOvr>
    <a:masterClrMapping/>
  </p:clrMapOvr>
  <p:transition spd="slow">
    <p:cover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C2E7D6-D93C-5FC6-6318-97331C44D7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Proposed Solution </a:t>
            </a:r>
            <a:endParaRPr lang="en-IN" sz="36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99F6A2-076C-824E-C5E8-58B5EDBC4A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A5193C-C9B7-D7F3-294D-FAFD4ECCA5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US" dirty="0"/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332E5E32-6F74-6E47-FC75-BBD59F350C0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1309627"/>
              </p:ext>
            </p:extLst>
          </p:nvPr>
        </p:nvGraphicFramePr>
        <p:xfrm>
          <a:off x="838200" y="1893900"/>
          <a:ext cx="10515600" cy="49641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32632149"/>
      </p:ext>
    </p:extLst>
  </p:cSld>
  <p:clrMapOvr>
    <a:masterClrMapping/>
  </p:clrMapOvr>
  <p:transition spd="slow">
    <p:cover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F6169BCA-BEB4-EB8A-037A-F80091BF12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Architecture</a:t>
            </a:r>
            <a:endParaRPr lang="en-IN" dirty="0"/>
          </a:p>
        </p:txBody>
      </p:sp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D475E841-696E-3903-6806-5F06F431F93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84793930"/>
              </p:ext>
            </p:extLst>
          </p:nvPr>
        </p:nvGraphicFramePr>
        <p:xfrm>
          <a:off x="996302" y="1940767"/>
          <a:ext cx="8128000" cy="205273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12" name="Content Placeholder 7">
            <a:extLst>
              <a:ext uri="{FF2B5EF4-FFF2-40B4-BE49-F238E27FC236}">
                <a16:creationId xmlns:a16="http://schemas.microsoft.com/office/drawing/2014/main" id="{73F34FF2-448D-47B3-E475-71BEB412C28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41335196"/>
              </p:ext>
            </p:extLst>
          </p:nvPr>
        </p:nvGraphicFramePr>
        <p:xfrm>
          <a:off x="996302" y="3984171"/>
          <a:ext cx="10515600" cy="253792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</p:spTree>
    <p:extLst>
      <p:ext uri="{BB962C8B-B14F-4D97-AF65-F5344CB8AC3E}">
        <p14:creationId xmlns:p14="http://schemas.microsoft.com/office/powerpoint/2010/main" val="1779548671"/>
      </p:ext>
    </p:extLst>
  </p:cSld>
  <p:clrMapOvr>
    <a:masterClrMapping/>
  </p:clrMapOvr>
  <p:transition spd="slow">
    <p:cover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E8A934-0382-4869-960B-7B49690E83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1E7145-5739-D29F-1F01-3834CFB0D0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latin typeface="Adani Bold" panose="02000503000000020004" pitchFamily="2" charset="0"/>
              </a:rPr>
              <a:t>Training Data 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4F22E88-D9B4-9EA8-E134-E53F53E6C4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844" y="2753718"/>
            <a:ext cx="11075437" cy="401097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88D10C6-D1C6-E827-9801-1F8DBD42AD91}"/>
              </a:ext>
            </a:extLst>
          </p:cNvPr>
          <p:cNvSpPr txBox="1"/>
          <p:nvPr/>
        </p:nvSpPr>
        <p:spPr>
          <a:xfrm>
            <a:off x="531844" y="1898006"/>
            <a:ext cx="1168348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Adani Regular" panose="02000503000000020004" pitchFamily="2" charset="0"/>
              </a:rPr>
              <a:t>Trained on real driver data (</a:t>
            </a:r>
            <a:r>
              <a:rPr lang="en-US" dirty="0" err="1">
                <a:latin typeface="Adani Regular" panose="02000503000000020004" pitchFamily="2" charset="0"/>
              </a:rPr>
              <a:t>YawDD</a:t>
            </a:r>
            <a:r>
              <a:rPr lang="en-US" dirty="0">
                <a:latin typeface="Adani Regular" panose="02000503000000020004" pitchFamily="2" charset="0"/>
              </a:rPr>
              <a:t>), the system analyzes live video and generates intelligent safety alerts.</a:t>
            </a:r>
          </a:p>
          <a:p>
            <a:r>
              <a:rPr lang="en-US" sz="1800" dirty="0" err="1">
                <a:latin typeface="Adani Regular" panose="02000503000000020004" pitchFamily="2" charset="0"/>
              </a:rPr>
              <a:t>YawDD</a:t>
            </a:r>
            <a:r>
              <a:rPr lang="en-US" sz="1800" dirty="0">
                <a:latin typeface="Adani Regular" panose="02000503000000020004" pitchFamily="2" charset="0"/>
              </a:rPr>
              <a:t>: 348 video is used to train data </a:t>
            </a:r>
            <a:endParaRPr lang="en-IN" dirty="0">
              <a:latin typeface="Adani Regular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2854832"/>
      </p:ext>
    </p:extLst>
  </p:cSld>
  <p:clrMapOvr>
    <a:masterClrMapping/>
  </p:clrMapOvr>
  <p:transition spd="slow">
    <p:cover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C30F355-E104-29A6-0A1E-BFD66BF146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Tools used </a:t>
            </a:r>
            <a:endParaRPr lang="en-IN" dirty="0"/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7984BF98-3BC6-AB05-DA19-4B9FF9A0A5B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49604256"/>
              </p:ext>
            </p:extLst>
          </p:nvPr>
        </p:nvGraphicFramePr>
        <p:xfrm>
          <a:off x="838200" y="2394771"/>
          <a:ext cx="10515600" cy="378219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9" name="Diagram 8">
            <a:extLst>
              <a:ext uri="{FF2B5EF4-FFF2-40B4-BE49-F238E27FC236}">
                <a16:creationId xmlns:a16="http://schemas.microsoft.com/office/drawing/2014/main" id="{F7CA19C5-0EB2-B38A-7A97-7D40357A304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70719508"/>
              </p:ext>
            </p:extLst>
          </p:nvPr>
        </p:nvGraphicFramePr>
        <p:xfrm>
          <a:off x="640702" y="1803130"/>
          <a:ext cx="10636898" cy="496692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2363455942"/>
      </p:ext>
    </p:extLst>
  </p:cSld>
  <p:clrMapOvr>
    <a:masterClrMapping/>
  </p:clrMapOvr>
  <p:transition spd="slow">
    <p:cover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561282-EEFC-16D1-467A-08D97EFB46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endParaRPr lang="en-US" sz="3600" dirty="0">
              <a:latin typeface="Adani Bold" panose="02000503000000020004" pitchFamily="2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FB10BDD-105F-6024-B14C-24842D5E3B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3424" y="1007278"/>
            <a:ext cx="11281217" cy="3415432"/>
          </a:xfrm>
          <a:prstGeom prst="rect">
            <a:avLst/>
          </a:pr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8698C8FF-31FD-9B0C-2623-ABE423955E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9714" y="4543795"/>
            <a:ext cx="8658808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latin typeface="Arial" panose="020B0604020202020204" pitchFamily="34" charset="0"/>
              </a:rPr>
              <a:t>EAR = 0.15 is the optimal threshold</a:t>
            </a:r>
            <a:r>
              <a:rPr lang="en-US" altLang="en-US" dirty="0">
                <a:latin typeface="Arial" panose="020B0604020202020204" pitchFamily="34" charset="0"/>
              </a:rPr>
              <a:t> 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 gives the best balance between: 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Detecting drowsiness 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Avoiding false alarms</a:t>
            </a:r>
          </a:p>
        </p:txBody>
      </p:sp>
    </p:spTree>
    <p:extLst>
      <p:ext uri="{BB962C8B-B14F-4D97-AF65-F5344CB8AC3E}">
        <p14:creationId xmlns:p14="http://schemas.microsoft.com/office/powerpoint/2010/main" val="3106190514"/>
      </p:ext>
    </p:extLst>
  </p:cSld>
  <p:clrMapOvr>
    <a:masterClrMapping/>
  </p:clrMapOvr>
  <p:transition spd="slow">
    <p:cover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F7B2E0-1E80-C324-F1E2-11F77B121E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2D103D-E572-87D2-D345-C1A9EDFC0D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latin typeface="Adani Bold" panose="02000503000000020004" pitchFamily="2" charset="0"/>
              </a:rPr>
              <a:t>Confusion Matrix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09A6D39-5EBA-0A80-15CE-1471399DA7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5857" y="1985579"/>
            <a:ext cx="10539112" cy="2670397"/>
          </a:xfrm>
          <a:prstGeom prst="rect">
            <a:avLst/>
          </a:pr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C2D940D0-2C94-BFDB-4775-84E4BF2E22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6233" y="5258000"/>
            <a:ext cx="8291372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dani Regular" panose="02000503000000020004" pitchFamily="2" charset="0"/>
              </a:rPr>
              <a:t>Safe: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dani Regular" panose="02000503000000020004" pitchFamily="2" charset="0"/>
              </a:rPr>
              <a:t> 74.2% correctly predicted, but 25.8% wrongly classified as 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dani Regular" panose="02000503000000020004" pitchFamily="2" charset="0"/>
              </a:rPr>
              <a:t>Warning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dani Regular" panose="02000503000000020004" pitchFamily="2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dani Regular" panose="02000503000000020004" pitchFamily="2" charset="0"/>
              </a:rPr>
              <a:t>Warning: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dani Regular" panose="02000503000000020004" pitchFamily="2" charset="0"/>
              </a:rPr>
              <a:t> Only 33.3% correct → most (58.6%) misclassified as 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dani Regular" panose="02000503000000020004" pitchFamily="2" charset="0"/>
              </a:rPr>
              <a:t>Critical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dani Regular" panose="02000503000000020004" pitchFamily="2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dani Regular" panose="02000503000000020004" pitchFamily="2" charset="0"/>
              </a:rPr>
              <a:t>Critical: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dani Regular" panose="02000503000000020004" pitchFamily="2" charset="0"/>
              </a:rPr>
              <a:t> Very accurate → 96.2% correctly predicted </a:t>
            </a:r>
          </a:p>
        </p:txBody>
      </p:sp>
    </p:spTree>
    <p:extLst>
      <p:ext uri="{BB962C8B-B14F-4D97-AF65-F5344CB8AC3E}">
        <p14:creationId xmlns:p14="http://schemas.microsoft.com/office/powerpoint/2010/main" val="3699690918"/>
      </p:ext>
    </p:extLst>
  </p:cSld>
  <p:clrMapOvr>
    <a:masterClrMapping/>
  </p:clrMapOvr>
  <p:transition spd="slow">
    <p:cover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879240-2449-C4C2-6CBE-257E112B3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713387-CB19-B1C7-28AD-60531042A4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latin typeface="Adani Bold" panose="02000503000000020004" pitchFamily="2" charset="0"/>
              </a:rPr>
              <a:t>Output</a:t>
            </a:r>
          </a:p>
        </p:txBody>
      </p:sp>
      <p:pic>
        <p:nvPicPr>
          <p:cNvPr id="3" name="output_annotated (2)">
            <a:hlinkClick r:id="" action="ppaction://media"/>
            <a:extLst>
              <a:ext uri="{FF2B5EF4-FFF2-40B4-BE49-F238E27FC236}">
                <a16:creationId xmlns:a16="http://schemas.microsoft.com/office/drawing/2014/main" id="{339B87A8-8E24-EC4C-6E12-B9DC2B327BAF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22514" y="1931436"/>
            <a:ext cx="11010123" cy="4609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5373024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1042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 mute="1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3C98DA-B252-FA4F-F799-CD276545B9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5194807B-CC4E-9232-2280-BE2D0C8A67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29208"/>
            <a:ext cx="10515600" cy="970169"/>
          </a:xfrm>
        </p:spPr>
        <p:txBody>
          <a:bodyPr/>
          <a:lstStyle/>
          <a:p>
            <a:r>
              <a:rPr lang="en-US" dirty="0"/>
              <a:t>Output Metrics</a:t>
            </a:r>
            <a:endParaRPr lang="en-IN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2F822D89-438E-B2F6-A46A-5530B5DF76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7158" y="1156996"/>
            <a:ext cx="11075437" cy="5701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4759833"/>
      </p:ext>
    </p:extLst>
  </p:cSld>
  <p:clrMapOvr>
    <a:masterClrMapping/>
  </p:clrMapOvr>
  <p:transition spd="slow">
    <p:cover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A368D166-AB8D-D989-B80F-F2DCDA111A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Impact</a:t>
            </a:r>
            <a:endParaRPr lang="en-IN" sz="3600" dirty="0"/>
          </a:p>
        </p:txBody>
      </p:sp>
      <p:sp>
        <p:nvSpPr>
          <p:cNvPr id="10" name="Rectangle: Diagonal Corners Rounded 9">
            <a:extLst>
              <a:ext uri="{FF2B5EF4-FFF2-40B4-BE49-F238E27FC236}">
                <a16:creationId xmlns:a16="http://schemas.microsoft.com/office/drawing/2014/main" id="{BE27040E-A79B-A7D3-7E06-8C1096C29E6E}"/>
              </a:ext>
            </a:extLst>
          </p:cNvPr>
          <p:cNvSpPr/>
          <p:nvPr/>
        </p:nvSpPr>
        <p:spPr>
          <a:xfrm>
            <a:off x="3219062" y="3172406"/>
            <a:ext cx="2749422" cy="3573625"/>
          </a:xfrm>
          <a:prstGeom prst="round2DiagRect">
            <a:avLst/>
          </a:prstGeom>
          <a:solidFill>
            <a:srgbClr val="C9D7EF"/>
          </a:solidFill>
          <a:ln w="7620">
            <a:solidFill>
              <a:srgbClr val="AFCBF8"/>
            </a:solidFill>
            <a:prstDash val="solid"/>
          </a:ln>
        </p:spPr>
        <p:txBody>
          <a:bodyPr rtlCol="0" anchor="ctr"/>
          <a:lstStyle/>
          <a:p>
            <a:pPr algn="ctr"/>
            <a:r>
              <a:rPr lang="en-US" sz="2000" b="1" dirty="0"/>
              <a:t>Real-Time Alerts</a:t>
            </a:r>
          </a:p>
          <a:p>
            <a:endParaRPr lang="en-US" b="1" dirty="0"/>
          </a:p>
          <a:p>
            <a:r>
              <a:rPr lang="en-US" dirty="0"/>
              <a:t>Instant warnings (Safe / Warning / Critical) </a:t>
            </a:r>
          </a:p>
          <a:p>
            <a:r>
              <a:rPr lang="en-US" dirty="0"/>
              <a:t>Gives driver time to react and correct behavior </a:t>
            </a:r>
          </a:p>
        </p:txBody>
      </p:sp>
      <p:sp>
        <p:nvSpPr>
          <p:cNvPr id="11" name="Rectangle: Diagonal Corners Rounded 10">
            <a:extLst>
              <a:ext uri="{FF2B5EF4-FFF2-40B4-BE49-F238E27FC236}">
                <a16:creationId xmlns:a16="http://schemas.microsoft.com/office/drawing/2014/main" id="{B180B9D1-96E2-220D-8C3B-8BF2EA32813B}"/>
              </a:ext>
            </a:extLst>
          </p:cNvPr>
          <p:cNvSpPr/>
          <p:nvPr/>
        </p:nvSpPr>
        <p:spPr>
          <a:xfrm>
            <a:off x="6117773" y="1912775"/>
            <a:ext cx="2749422" cy="3666929"/>
          </a:xfrm>
          <a:prstGeom prst="round2DiagRect">
            <a:avLst/>
          </a:prstGeom>
          <a:solidFill>
            <a:srgbClr val="C9D7EF"/>
          </a:solidFill>
          <a:ln w="7620">
            <a:solidFill>
              <a:srgbClr val="AFCBF8"/>
            </a:solidFill>
            <a:prstDash val="solid"/>
          </a:ln>
        </p:spPr>
        <p:txBody>
          <a:bodyPr rtlCol="0" anchor="ctr"/>
          <a:lstStyle/>
          <a:p>
            <a:r>
              <a:rPr lang="en-US" b="1" dirty="0"/>
              <a:t>Wide Applicability</a:t>
            </a:r>
          </a:p>
          <a:p>
            <a:endParaRPr lang="en-US" b="1" dirty="0"/>
          </a:p>
          <a:p>
            <a:r>
              <a:rPr lang="en-US" dirty="0"/>
              <a:t>Can be used in cars, trucks, taxis, and public transport. </a:t>
            </a:r>
          </a:p>
          <a:p>
            <a:r>
              <a:rPr lang="en-US" dirty="0"/>
              <a:t>Useful for both personal and commercial vehicles </a:t>
            </a:r>
          </a:p>
        </p:txBody>
      </p:sp>
      <p:sp>
        <p:nvSpPr>
          <p:cNvPr id="12" name="Rectangle: Diagonal Corners Rounded 11">
            <a:extLst>
              <a:ext uri="{FF2B5EF4-FFF2-40B4-BE49-F238E27FC236}">
                <a16:creationId xmlns:a16="http://schemas.microsoft.com/office/drawing/2014/main" id="{0B8CD34C-A580-E779-FCF6-EDCA6ADE2021}"/>
              </a:ext>
            </a:extLst>
          </p:cNvPr>
          <p:cNvSpPr/>
          <p:nvPr/>
        </p:nvSpPr>
        <p:spPr>
          <a:xfrm>
            <a:off x="9291735" y="2845839"/>
            <a:ext cx="2749421" cy="3554960"/>
          </a:xfrm>
          <a:prstGeom prst="round2DiagRect">
            <a:avLst/>
          </a:prstGeom>
          <a:solidFill>
            <a:srgbClr val="C9D7EF"/>
          </a:solidFill>
          <a:ln w="7620">
            <a:solidFill>
              <a:srgbClr val="AFCBF8"/>
            </a:solidFill>
            <a:prstDash val="solid"/>
          </a:ln>
        </p:spPr>
        <p:txBody>
          <a:bodyPr rtlCol="0" anchor="ctr"/>
          <a:lstStyle/>
          <a:p>
            <a:r>
              <a:rPr lang="en-US" b="1" dirty="0"/>
              <a:t>Multi-Signal Accuracy</a:t>
            </a:r>
          </a:p>
          <a:p>
            <a:endParaRPr lang="en-US" b="1" dirty="0"/>
          </a:p>
          <a:p>
            <a:r>
              <a:rPr lang="en-US" dirty="0"/>
              <a:t>Uses eye, mouth, head, and phone detection together. </a:t>
            </a:r>
          </a:p>
          <a:p>
            <a:r>
              <a:rPr lang="en-US" dirty="0"/>
              <a:t>More reliable than single detection systems </a:t>
            </a:r>
          </a:p>
          <a:p>
            <a:endParaRPr lang="en-US" dirty="0"/>
          </a:p>
        </p:txBody>
      </p:sp>
      <p:sp>
        <p:nvSpPr>
          <p:cNvPr id="15" name="Rectangle: Diagonal Corners Rounded 14">
            <a:extLst>
              <a:ext uri="{FF2B5EF4-FFF2-40B4-BE49-F238E27FC236}">
                <a16:creationId xmlns:a16="http://schemas.microsoft.com/office/drawing/2014/main" id="{76056AE3-7F8F-CC6C-5CC8-277C3105E130}"/>
              </a:ext>
            </a:extLst>
          </p:cNvPr>
          <p:cNvSpPr/>
          <p:nvPr/>
        </p:nvSpPr>
        <p:spPr>
          <a:xfrm>
            <a:off x="259705" y="1982756"/>
            <a:ext cx="2749421" cy="3554960"/>
          </a:xfrm>
          <a:prstGeom prst="round2DiagRect">
            <a:avLst/>
          </a:prstGeom>
          <a:solidFill>
            <a:srgbClr val="C9D7EF"/>
          </a:solidFill>
          <a:ln w="7620">
            <a:solidFill>
              <a:srgbClr val="AFCBF8"/>
            </a:solidFill>
            <a:prstDash val="solid"/>
          </a:ln>
        </p:spPr>
        <p:txBody>
          <a:bodyPr rtlCol="0" anchor="ctr"/>
          <a:lstStyle/>
          <a:p>
            <a:r>
              <a:rPr lang="en-US" b="1" dirty="0"/>
              <a:t>improves Road Safety</a:t>
            </a:r>
          </a:p>
          <a:p>
            <a:endParaRPr lang="en-US" b="1" dirty="0"/>
          </a:p>
          <a:p>
            <a:r>
              <a:rPr lang="en-US" dirty="0"/>
              <a:t>Detects drowsiness, distraction, and inattention in real-time </a:t>
            </a:r>
          </a:p>
          <a:p>
            <a:r>
              <a:rPr lang="en-US" dirty="0"/>
              <a:t>Helps prevent accidents before they happen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0461237"/>
      </p:ext>
    </p:extLst>
  </p:cSld>
  <p:clrMapOvr>
    <a:masterClrMapping/>
  </p:clrMapOvr>
  <p:transition spd="slow">
    <p:cover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0CB141-69E3-EE1C-7D11-6697EF26D4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4A994D-7295-BF85-D923-75F03D0F56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latin typeface="Adani Bold" panose="02000503000000020004" pitchFamily="2" charset="0"/>
              </a:rPr>
              <a:t>Conclusion</a:t>
            </a:r>
          </a:p>
        </p:txBody>
      </p:sp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877A7A68-78ED-D1D5-7F80-76FCCA7A8D4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7943948"/>
              </p:ext>
            </p:extLst>
          </p:nvPr>
        </p:nvGraphicFramePr>
        <p:xfrm>
          <a:off x="137886" y="2127380"/>
          <a:ext cx="10769600" cy="485070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95052248"/>
      </p:ext>
    </p:extLst>
  </p:cSld>
  <p:clrMapOvr>
    <a:masterClrMapping/>
  </p:clrMapOvr>
  <p:transition spd="slow">
    <p:cover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573591-F499-9863-557D-F9BFD0D96A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2F65F4-F303-7040-0009-58E32BB415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endParaRPr lang="en-US" sz="3600" dirty="0">
              <a:latin typeface="Adani Bold" panose="02000503000000020004" pitchFamily="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2724BAC-9B31-55CF-A11E-E3E7DDCA07AA}"/>
              </a:ext>
            </a:extLst>
          </p:cNvPr>
          <p:cNvSpPr txBox="1"/>
          <p:nvPr/>
        </p:nvSpPr>
        <p:spPr>
          <a:xfrm>
            <a:off x="3608616" y="3190126"/>
            <a:ext cx="6097554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6600" dirty="0"/>
              <a:t>Thank you</a:t>
            </a:r>
            <a:endParaRPr lang="en-IN" sz="6600" dirty="0"/>
          </a:p>
        </p:txBody>
      </p:sp>
    </p:spTree>
    <p:extLst>
      <p:ext uri="{BB962C8B-B14F-4D97-AF65-F5344CB8AC3E}">
        <p14:creationId xmlns:p14="http://schemas.microsoft.com/office/powerpoint/2010/main" val="3413552317"/>
      </p:ext>
    </p:extLst>
  </p:cSld>
  <p:clrMapOvr>
    <a:masterClrMapping/>
  </p:clrMapOvr>
  <p:transition spd="slow">
    <p:cover/>
  </p:transition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dani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Custom 2">
      <a:majorFont>
        <a:latin typeface="Adani Regular"/>
        <a:ea typeface=""/>
        <a:cs typeface=""/>
      </a:majorFont>
      <a:minorFont>
        <a:latin typeface="Adani Regular"/>
        <a:ea typeface=""/>
        <a:cs typeface=""/>
      </a:minorFont>
    </a:fontScheme>
    <a:fmtScheme name="Grunge Textur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67000"/>
                <a:shade val="65000"/>
              </a:schemeClr>
              <a:schemeClr val="phClr">
                <a:tint val="10000"/>
                <a:satMod val="130000"/>
              </a:schemeClr>
            </a:duotone>
          </a:blip>
          <a:tile tx="0" ty="0" sx="60000" sy="59000" flip="none" algn="b"/>
        </a:blipFill>
        <a:blipFill rotWithShape="1">
          <a:blip xmlns:r="http://schemas.openxmlformats.org/officeDocument/2006/relationships" r:embed="rId1">
            <a:duotone>
              <a:schemeClr val="phClr">
                <a:shade val="30000"/>
                <a:satMod val="115000"/>
              </a:schemeClr>
              <a:schemeClr val="phClr">
                <a:tint val="34000"/>
              </a:schemeClr>
            </a:duotone>
          </a:blip>
          <a:tile tx="0" ty="0" sx="60000" sy="59000" flip="none" algn="b"/>
        </a:blipFill>
      </a:fillStyleLst>
      <a:lnStyleLst>
        <a:ln w="6350" cap="flat" cmpd="sng" algn="ctr">
          <a:solidFill>
            <a:schemeClr val="phClr">
              <a:tint val="7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 flip="none" rotWithShape="1">
          <a:gsLst>
            <a:gs pos="0">
              <a:srgbClr val="D3D3D3">
                <a:shade val="30000"/>
                <a:satMod val="115000"/>
              </a:srgbClr>
            </a:gs>
            <a:gs pos="50000">
              <a:srgbClr val="D3D3D3">
                <a:shade val="67500"/>
                <a:satMod val="115000"/>
              </a:srgbClr>
            </a:gs>
            <a:gs pos="100000">
              <a:srgbClr val="D3D3D3">
                <a:shade val="100000"/>
                <a:satMod val="115000"/>
              </a:srgbClr>
            </a:gs>
          </a:gsLst>
          <a:lin ang="16200000" scaled="1"/>
          <a:tileRect/>
        </a:gradFill>
        <a:ln w="7620">
          <a:solidFill>
            <a:srgbClr val="AFCBF8"/>
          </a:solidFill>
          <a:prstDash val="solid"/>
        </a:ln>
      </a:spPr>
      <a:bodyPr rtlCol="0" anchor="ctr"/>
      <a:lstStyle>
        <a:defPPr algn="l">
          <a:defRPr sz="2400" dirty="0"/>
        </a:defPPr>
      </a:lstStyle>
    </a:spDef>
  </a:objectDefaults>
  <a:extraClrSchemeLst/>
  <a:extLst>
    <a:ext uri="{05A4C25C-085E-4340-85A3-A5531E510DB2}">
      <thm15:themeFamily xmlns:thm15="http://schemas.microsoft.com/office/thememl/2012/main" name="Adani" id="{840098D3-ED67-4195-8788-9C53CA7E258D}" vid="{DF51B7E2-A5E1-433C-83FB-9D2DE903BD6E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F9F507C7E1FC5498FE4B7EF8ECD1712" ma:contentTypeVersion="1" ma:contentTypeDescription="Create a new document." ma:contentTypeScope="" ma:versionID="cec130e727ae592871887945ba9b2127">
  <xsd:schema xmlns:xsd="http://www.w3.org/2001/XMLSchema" xmlns:xs="http://www.w3.org/2001/XMLSchema" xmlns:p="http://schemas.microsoft.com/office/2006/metadata/properties" xmlns:ns3="2f8e77d0-d30f-4493-a408-38ffc1761262" targetNamespace="http://schemas.microsoft.com/office/2006/metadata/properties" ma:root="true" ma:fieldsID="9117a6c526603dc8cb0ad7e05d169d20" ns3:_="">
    <xsd:import namespace="2f8e77d0-d30f-4493-a408-38ffc1761262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f8e77d0-d30f-4493-a408-38ffc1761262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6159E68-5983-4ACB-BBA7-D512128508F9}">
  <ds:schemaRefs>
    <ds:schemaRef ds:uri="http://schemas.microsoft.com/office/2006/documentManagement/types"/>
    <ds:schemaRef ds:uri="http://purl.org/dc/dcmitype/"/>
    <ds:schemaRef ds:uri="http://purl.org/dc/elements/1.1/"/>
    <ds:schemaRef ds:uri="http://purl.org/dc/terms/"/>
    <ds:schemaRef ds:uri="http://schemas.microsoft.com/office/infopath/2007/PartnerControls"/>
    <ds:schemaRef ds:uri="2f8e77d0-d30f-4493-a408-38ffc1761262"/>
    <ds:schemaRef ds:uri="http://schemas.microsoft.com/office/2006/metadata/propertie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B8764AA4-9533-4527-BBCC-11C110ED273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f8e77d0-d30f-4493-a408-38ffc176126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8734E7CA-FF96-4D83-A6B5-80501A438B89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19101</TotalTime>
  <Words>554</Words>
  <Application>Microsoft Office PowerPoint</Application>
  <PresentationFormat>Widescreen</PresentationFormat>
  <Paragraphs>108</Paragraphs>
  <Slides>13</Slides>
  <Notes>2</Notes>
  <HiddenSlides>0</HiddenSlides>
  <MMClips>1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13</vt:i4>
      </vt:variant>
    </vt:vector>
  </HeadingPairs>
  <TitlesOfParts>
    <vt:vector size="21" baseType="lpstr">
      <vt:lpstr>Adani Bold</vt:lpstr>
      <vt:lpstr>Adani Regular</vt:lpstr>
      <vt:lpstr>Aptos</vt:lpstr>
      <vt:lpstr>Aptos Display</vt:lpstr>
      <vt:lpstr>Arial</vt:lpstr>
      <vt:lpstr>Calibri</vt:lpstr>
      <vt:lpstr>Adani</vt:lpstr>
      <vt:lpstr>Custom Design</vt:lpstr>
      <vt:lpstr>Driver Drowsiness &amp; Distraction Detection System</vt:lpstr>
      <vt:lpstr>Problem</vt:lpstr>
      <vt:lpstr>Proposed Solution </vt:lpstr>
      <vt:lpstr>Architecture</vt:lpstr>
      <vt:lpstr>Training Data  </vt:lpstr>
      <vt:lpstr>Tools used </vt:lpstr>
      <vt:lpstr>PowerPoint Presentation</vt:lpstr>
      <vt:lpstr>Confusion Matrix</vt:lpstr>
      <vt:lpstr>Output</vt:lpstr>
      <vt:lpstr>Output Metrics</vt:lpstr>
      <vt:lpstr>Impact</vt:lpstr>
      <vt:lpstr>Conclusion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Basic datatypes (Vectors)</dc:title>
  <dc:creator>Utkarsh  Sharma</dc:creator>
  <cp:lastModifiedBy>Jayati Vyas</cp:lastModifiedBy>
  <cp:revision>198</cp:revision>
  <cp:lastPrinted>2023-06-13T10:48:11Z</cp:lastPrinted>
  <dcterms:created xsi:type="dcterms:W3CDTF">2022-04-02T05:42:11Z</dcterms:created>
  <dcterms:modified xsi:type="dcterms:W3CDTF">2026-03-29T05:21:32Z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0x010100DF9F507C7E1FC5498FE4B7EF8ECD1712</vt:lpwstr>
  </property>
</Properties>
</file>